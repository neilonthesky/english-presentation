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When customers request refunds, plan changes, or account deletions, a system that handles money and data without a check can cause severe harm. Companies often deploy LLM agents that read policy text and act directly, but these agents are slow, expensive, and vulnerable to prompt injection. Today, we study an alternative architecture: combining intent classification, rule checks in code, and an LLM that writes the reply, and compare both on consequential customer requests.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LLM agent reads these rules as prompt text. Our pipeline checks each rule with one question, and the code runs the answer.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policies have many rules. Who should apply every rule: an LLM agent, or a fast classifier? We compare both.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4 slides: press the next key once for each one, and the slides morph into each other. This is the flow of one request. A message enters New, Jev reads the chat, Rules asks one question for each rule, and the LLM writes the reply. A customer asks for a refund.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second customer asks for a refund. Watch the Rules step.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walk-through is 3 slides: press the next key once for each one, and the slides morph into each other. A third customer orders a refund of everything.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gimg/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gimg/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gimg/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gimg/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gimg/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gimg/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gimg/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gimg/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gimg/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gimg/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gimg/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gimg/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gimg/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gimg/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gimg/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gimg/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gimg/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gimg/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gimg/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gimg/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tmp/gimg/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tmp/gimg/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tmp/gimg/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tmp/gimg/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tmp/gimg/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tmp/gimg/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tmp/gimg/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tmp/gimg/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tmp/gimg/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dc:title>
  <dc:subject>PptxGenJS Presentation</dc:subject>
  <dc:creator>PptxGenJS</dc:creator>
  <cp:lastModifiedBy>PptxGenJS</cp:lastModifiedBy>
  <cp:revision>1</cp:revision>
  <dcterms:created xsi:type="dcterms:W3CDTF">2026-10-13T15:14:28Z</dcterms:created>
  <dcterms:modified xsi:type="dcterms:W3CDTF">2026-10-13T15:14:28Z</dcterms:modified>
</cp:coreProperties>
</file>