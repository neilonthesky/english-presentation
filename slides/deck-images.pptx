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we look at a support chat for a made-up AI video maker service company. The chat can do real things, such as give a refund. The slide shows two designs for this chat. On the left, an LLM agent. One model reads the chat and the rules, and it does the action. On the right, a classifier labels the request, code applies each rule answer, and the LLM only writes the reply.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Then show the evidence: the next two slides are the charts from Artificial Analysis behind these numbers.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behind the answer. Each bar is one model. The bar shows the hallucination rate on AA-Omniscience: the share of wrong answers among all answers that are not correct. A lower bar is better. Read the two ends. The lowest bar is 18%, and it belongs to MiniMax-M3, a cheaper open-weight model. The highest bar is 96%. The models that most people call the smartest, GPT, Gemini, and Claude, sit between 45% and 77%. Most models on the board fall between 30 and 65%. Source: Artificial Analysis.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the same models on two axes. Left to right is the AA-Omniscience Index, the score of the model. Bottom to top is the hallucination rate. Each dot is one model. The green box is the most attractive area: a high score and a hallucination rate below 50%. Only a few models reach it. Many models with a high score still sit above 50%. A higher score does not make the rate fall to zero. So a smarter model is not the fix. The fix is the system around the model: separate steps, with fixed rules that decide. Support has been built that way for years. The next slide shows that history. Source: Artificial Analysis.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tmp/gimg/s-3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tmp/gimg/s-3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2026-10-14T01:50:43Z</dcterms:created>
  <dcterms:modified xsi:type="dcterms:W3CDTF">2026-10-14T01:50:43Z</dcterms:modified>
</cp:coreProperties>
</file>