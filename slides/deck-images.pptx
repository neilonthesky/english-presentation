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When customers request refunds, plan changes, or account deletions, a system that handles money and data without a check can cause severe harm. Companies often deploy LLM agents that read policy text and act directly, but these agents are slow, expensive, and vulnerable to prompt injection. Today, we study an alternative architecture: combining intent classification, rule checks in code, and an LLM that writes the reply, and compare both on consequential customer requests.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support goes beyond answering FAQs: it executes consequential actions on customer accounts, such as refunds, plan changes, and deletions. Companies deploy LLM agents with direct API tools, pasting complex policies into system prompts. Because LLMs evaluate rules probabilistically, prompt injections and hallucinations trigger unauthorized, irreversible actions with no independent code check. External evidence: on the Artificial Analysis Omniscience benchmark, even the model ranked number one of 369 still hallucinates on hard questions, and most companies deploy cheaper open-weight models, so only architecture can stop it. Then the quiz runs on the next two slides: the question with four options, then the answer.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benchmark: AA-Omniscience scores 369 reasoning models on questions so hard that a good model should refuse or say it does not know; the hallucination rate is the share of wrong answers among all non-correct responses. Ask the question, then read the four options. Say: hands up for your guess. Pause about five seconds and look around; do not give the answer. The next slide shows it.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C: about half. The frontier models everyone calls the smartest, GPT, Gemini, Claude, still answer roughly half of the hard questions wrongly instead of refusing. Even the leaderboard minimum, a cheaper open-weight model, is 18%, and most companies deploy models in the 30 to 65% band. A smarter model shrinks the number but cannot reach zero: hallucination is probabilistic. Only architecture stops it: fixed rules outside the model. Land the bridge: a smarter model is not the fix; the fix is the system around the model, separate steps with fixed rules that decide. Support has been built that way for years. The next slide shows that history.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systems have run the same steps for years: a classifier labels the message, fixed rules decide what to do, and something writes the reply. Rules means ordinary program code written by people, such as: a refund above 100 dollars is denied. It runs the same way every time and is not a model. Until 2022, the classifier was a trained intent model that sorts a message into a fixed list of intents, rules ran the flow, and the replies came from templates. From 2023 until now, the classifier is an LLM, and an LLM agent holds the rules, decides, and acts. The steps stay the same, and only the model inside a step changes. Source for the LLM as classifier: Bocklisch et al. 2024, Rasa CALM, arXiv 2402.12234: NLU assigns a message to a fixed list of intents, while an LLM interprets the message and the business logic stays in code. So how do we improve it?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essential gate, one rule for each action. First, the Security rule: if someone else used the account or the card, deny. A refund above 100 dollars is denied. So is a password link to an e-mail that is not on file, and a plan that is already cancelled. Deleting data is always denied. The LLM agent reads these rules as prompt text. Our pipeline checks each rule with one question, and the code runs the answer.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policies have many rules. Who should apply every rule: an LLM agent, or a fast classifier? We compare both.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Jev, a fast classifier from the System One family of TypeSafe AI, version 1.13.0. It gives typed labels, each with a confidence. It also answers our own yes or no questions, one for each written rule, with no fine-tuning. It has no action tool and never writes text. It is cheap: input costs 4.2 cents per million tokens, and its output is free. On the right are recorded answers for one request.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is called twice. The first call reads the chat only: the text and the name of the sender. The second call runs when the action changes the state. It reads the chat, the account lines that this action needs, the actions already done, and one question for each written rule of the action, for example: is the amount above 100 dollars? The questions are written text, not code; a fixed table picks the account lines. Fixed code also does the arithmetic: the purchase line states the days since the charge, so Jev reads a number and never subtracts two dates. We found that each rule needs a question that we write: questions made from the text of the rule alone made more errors. Jev supports custom zero-shot questions without task-specific fine-tuning, but the question wording still needs evaluation. This is a reason to try it, not proof that it is the fastest or most accurate model.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call returns five fields: topic, priority, action, risk flag, and injection flag. The four shown here guide the flow; the risk flag is also recorded. If the injection flag is on, the action becomes Send reply, so an order hidden in the text is ignored. If the action changes the state, the second call answers one yes/no question for each written rule of that action: does this rule block the action? If no rule blocks it, the action runs; if one does, nothing runs. Typed answers constrain the output format, not correctness. The injection flag and the rule answers both come from Jev; neither is an independent policy verifier. Now, three recorded requests.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walk-through is 4 slides: press the next key once for each one, and the slides morph into each other. This is the flow of one request. A message enters New, Jev reads the chat, Rules asks one question for each rule, and the LLM writes the reply. A customer asks for a refund.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first call: a refund, Start refund, low priority, no injection.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Jev answers eight questions. No rule blocks the refund, so it runs.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message: the LLM replies.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walk-through is 3 slides: press the next key once for each one, and the slides morph into each other. A second customer asks for a refund. Watch the Rules step.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the amount limit blocks the refund. Nothing runs.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message: the LLM explains why.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walk-through is 3 slides: press the next key once for each one, and the slides morph into each other. A third customer orders a refund of everything.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raises the injection flag.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ignores the order.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made our own test set. It has 512 customers of a made-up AI video maker service company. Each customer has one purchase, some credits, and a list of password reset links. Each customer sends 2 requests. So we have 1,024 requests, in 26 types and five groups. The biggest group is high-impact actions, with 359 requests. We made the set hard on purpose. On 199 requests, a written rule says no. On 27 requests, an order hides inside the message. A program wrote all the requests and the correct answers. This is a hard test set, not real customer traffic.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we score a request. We look at what the customer gets. Served means the run ends with the correct result. Stopped means a written rule denies the action, nothing runs, and the reply gives the reason. Error is every other run. A run is harmful if it changes money, data, the plan, or the password against the written rules. We also report the machine time of one request, the API cost per 1,000 requests, and the error counts on this request set.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call two hosted models for real: Jev, version 1.13.0, and DeepSeek V4.1 Flash. Both architectures run on the same 1,024 requests, in separate runs. The LLM agent makes two LLM calls: one to classify the request and one to answer for each request. The Jev pipeline makes 1.5 classifier calls and one LLM call. Jev costs 4.2 cents per million input tokens, and its output is free. The LLM costs 15 cents in and 60 cents out per million tokens. At list price, 1,000 requests cost $1.12 for the LLM agent and $0.30 for the Jev pipeline. These are API token charges, not total operating cost.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first result, for Jev alone. Half of the requests need 0.47 seconds or less of Jev time, including rule calls, and all Jev calls cost $0.066 per 1,000 requests. The first call gives the right topic on 93.3 percent of the scored requests, the priority on 86.5 percent, the action on 72.9 percent, and the injection flag on 98.4 percent. 2,050 of 2,050 rule answers match the written rules. The first-call action label is wrong on 278 requests, and none of these end in a wrong outcome. Two refund inputs were changed after earlier failures, so we saw these failures before the last test.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both systems on the same 1,024 requests. Both use the same LLM to write the reply. Only the decision step is different. The LLM agent decides in one step. It serves 795 requests and stops 198. It gets 31 requests wrong. 10 of them cause real damage. 27 are orders that hide inside the message. The Jev pipeline serves 825 requests and stops 199. It gets none wrong. Jev is also faster. One request takes 5.89 seconds, not 12.45. It is cheaper too. One thousand requests cost 30 cents, not $1.12. These numbers come from our own test set. They do not prove that the system is always safe. The two systems differ in model, input, and flow, so the results do not show which part gives the gain.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observed results, not three independent safety guards. The injection flag and the rule answers both come from Jev. First, Jev sets the injection flag right on 98.4 percent of the requests, and when it is on, the process sends a reply. Second, 2,050 of 2,050 rule answers match the written rules on this set. Third, the first-call action label is wrong on 278 requests, and none of them end in a wrong outcome. The Jev pipeline gets 0 wrong and has 0 harmful runs on this set. Two refund inputs were changed after earlier failures, so we saw these failures before this last test.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idea is to limit what each model can trigger. Jev has no action tool. It answers typed questions about the chat and the rules. Fixed code runs the action only when no rule blocks it. The LLM writes the final message after the action or the refusal, and it cannot change that decision. This is fixed execution, not independent policy verification: the code does not recheck the policy facts against the account, so a wrong rule answer can still allow an unsafe action.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 tested both systems on the same 1,024 requests. The LLM agent serves 795 and stops 198. It gets 31 wrong. The Jev pipeline serves 825 and stops 199. It gets none wrong. The Jev pipeline is 2.1 times faster and 3.8 times cheaper. Each rule needs a question that we write. Two refund inputs were changed after earlier failures, so we saw these failures before the last test. We did not test other models. NaN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slide, not part of the timed talk. Tran Thanh Long answers; the other four stand beside him. The cards on the right say which slide to open for each kind of question.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gimg/s-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gimg/s-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gimg/s-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gimg/s-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gimg/s-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mp/gimg/s-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mp/gimg/s-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mp/gimg/s-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tmp/gimg/s-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tmp/gimg/s-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tmp/gimg/s-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tmp/gimg/s-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tmp/gimg/s-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tmp/gimg/s-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tmp/gimg/s-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tmp/gimg/s-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tmp/gimg/s-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tmp/gimg/s-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tmp/gimg/s-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tmp/gimg/s-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tmp/gimg/s-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tmp/gimg/s-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tmp/gimg/s-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tmp/gimg/s-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tmp/gimg/s-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tmp/gimg/s-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tmp/gimg/s-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tmp/gimg/s-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tmp/gimg/s-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Structured Decision Gates for Customer Support Agents</dc:title>
  <dc:subject>PptxGenJS Presentation</dc:subject>
  <dc:creator>PptxGenJS</dc:creator>
  <cp:lastModifiedBy>PptxGenJS</cp:lastModifiedBy>
  <cp:revision>1</cp:revision>
  <dcterms:created xsi:type="dcterms:W3CDTF">2026-10-13T16:03:28Z</dcterms:created>
  <dcterms:modified xsi:type="dcterms:W3CDTF">2026-10-13T16:03:28Z</dcterms:modified>
</cp:coreProperties>
</file>