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we look at a support chat for a made-up AI video maker service company. The chat can do real things, such as give a refund. The slide shows two designs for this chat. On the left, an LLM agent. One model reads the chat and the rules, and it does the action. On the right, a classifier labels the request, code applies each rule answer, and the LLM only writes the reply.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Then show the evidence: the next two slides are the charts from Artificial Analysis behind these numbers.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behind the answer. Each bar is one model. The bar shows the hallucination rate on AA-Omniscience: the share of wrong answers among all answers that are not correct. A lower bar is better. Read the two ends. The lowest bar is 18%, and it belongs to MiniMax-M3, a cheaper open-weight model. The highest bar is 96%. The models that most people call the smartest, GPT, Gemini, and Claude, sit between 45% and 77%. Most models on the board fall between 30 and 65%. Source: Artificial Analysis.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the same models on two axes. Left to right is the AA-Omniscience Index, the score of the model. Bottom to top is the hallucination rate. Each dot is one model. The green box is the most attractive area: a high score and a hallucination rate below 50%. Only a few models reach it. Many models with a high score still sit above 50%. A higher score does not make the rate fall to zero. So a smarter model is not the fix. The fix is the system around the model: separate steps, with fixed rules that decide. Support has been built that way for years. The next slide shows that history. Source: Artificial Analysis.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essential gate: written rules that allow or deny an action. First, the Security rule: if someone else used the account or the card, the answer is deny. A refund above 100 dollars is denied. A refund is also denied when the customer already used credits. A plan that is already cancelled is denied. Deleting data is always denied. Deny means nothing runs, and the reply gives the reason.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policies have many rules. Who should apply every rule: an LLM agent, or a fast classifier? We compare both.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4 slides: press the next key once for each one, and the slides morph into each other. This is the flow of one request. A message enters New, Jev reads the chat, Rules asks one question for each rule, and the LLM writes the reply. A customer asks for a refund.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second customer asks for a refund. Watch the Rules step.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third customer orders a refund of everything.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gimg/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gimg/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gimg/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gimg/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gimg/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gimg/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gimg/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gimg/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gimg/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gimg/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gimg/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gimg/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gimg/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gimg/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gimg/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gimg/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gimg/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gimg/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gimg/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gimg/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gimg/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gimg/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gimg/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gimg/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tmp/gimg/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gimg/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gimg/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tmp/gimg/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gimg/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tmp/gimg/s-3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tmp/gimg/s-3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dc:title>
  <dc:subject>PptxGenJS Presentation</dc:subject>
  <dc:creator>PptxGenJS</dc:creator>
  <cp:lastModifiedBy>PptxGenJS</cp:lastModifiedBy>
  <cp:revision>1</cp:revision>
  <dcterms:created xsi:type="dcterms:W3CDTF">2026-10-14T01:59:25Z</dcterms:created>
  <dcterms:modified xsi:type="dcterms:W3CDTF">2026-10-14T01:59:25Z</dcterms:modified>
</cp:coreProperties>
</file>