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Next, we need real tickets, a separate request set, and stronger systems to compare with. The Red Hat link is outside context, not our data. Thank you for listening.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2026-10-13T14:46:58Z</dcterms:created>
  <dcterms:modified xsi:type="dcterms:W3CDTF">2026-10-13T14:46:58Z</dcterms:modified>
</cp:coreProperties>
</file>