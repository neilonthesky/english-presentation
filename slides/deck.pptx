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3.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288</c:v>
                </c:pt>
                <c:pt idx="1">
                  <c:v>144</c:v>
                </c:pt>
                <c:pt idx="2">
                  <c:v>104</c:v>
                </c:pt>
                <c:pt idx="3">
                  <c:v>96</c:v>
                </c:pt>
                <c:pt idx="4">
                  <c:v>96</c:v>
                </c:pt>
                <c:pt idx="5">
                  <c:v>96</c:v>
                </c:pt>
                <c:pt idx="6">
                  <c:v>56</c:v>
                </c:pt>
                <c:pt idx="7">
                  <c:v>48</c:v>
                </c:pt>
                <c:pt idx="8">
                  <c:v>48</c:v>
                </c:pt>
                <c:pt idx="9">
                  <c:v>48</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3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90.8</c:v>
                </c:pt>
                <c:pt idx="1">
                  <c:v>80.7</c:v>
                </c:pt>
                <c:pt idx="2">
                  <c:v>87.3</c:v>
                </c:pt>
                <c:pt idx="3">
                  <c:v>93.1</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720</c:v>
                </c:pt>
                <c:pt idx="1">
                  <c:v>776</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245</c:v>
                </c:pt>
                <c:pt idx="1">
                  <c:v>248</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59</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 independent policy check stands behind its answer, and an order hidden in a text can reach it. Our question: can this design reduce time, cost, and harmful actions on our SaaS test set?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The two automated levels run on the same 1,024 requests; staff time is only an assumed reference.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40 s. At Level 2,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Level 3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returns five fields: topic, priority, action, risk flag, and injection flag. In Rules, Jev answers one yes/no question for each written rule of the action. The process follows Jev's answers: it runs the action only when no answer says a rule is broken. It does not independently recheck policy facts; a missed violation can allow an unsafe action.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The amount limit is broken: 227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of a personal plan (Plus, Pro, or Max), the state of the plan, a render-credit balance, and a log of password reset links. So the written rules can use real account fields, and the customers cover every branch of the rules. They send 1,024 requests of 21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21 types form ten families. Questions and answers is the largest, with 288 requests, then refunds with 144, plan cancellations with 104, and password resets with 96. Every request has its own words. The correct answers come from the written rules, because the generator runs the real code. A rule denies the action on 248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automated levels run on the same 1,024 requests, with their results stored separately. At Level 3, Jev answers the chat of every request once, and answers the rule questions on 371 requests: 1,395 Jev calls in total. Level 2 uses two LLM calls per request: the agent and the final message.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1,205 tokens and writes 196. The second call, on 371 of the 1,024 requests, reads 705 tokens and writes 97. One LLM agent call reads 1,144 tokens and writes 296, including reasoning. At list price, for 1,000 requests, Level 2 costs $0.60, and Level 3 costs $0.28: for each request, 1.4 calls to Jev and one to the LLM. These are API token charges at the listed prices, not total operating cost. Model choice, input scope, and orchestration all differ between these designs; this is not a single-variable model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1,024 requests. The median Jev time per request, including rule calls when present, is 0.31 seconds. All Jev calls cost $0.061 per 1,000 requests. The first call gives the right topic on 90.8 percent of 976 scored requests, the priority on 80.7 percent, the action on 87.3 percent, and the injection flag on 93.1 percent. All 1,656 rule answers match the written rules on this set. The first-call action label is wrong on 130 requests; 0 of these end in a wrong outcome. The strict final-label metric is different: it counts 125 mismatches. The refund-credits question was revised after an earlier failure, so the rule results are not a blind evaluation of that question. These figures describe our synthetic SaaS requests, not a universal model ranking. Typed outputs do not guarantee correct decisions, and we did not compare trained classifiers or other decision models.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independent runs on the same 1,024 requests. Level 2 serves 720, stops 245, and makes 59 errors, 14 of them harmful. Level 3 serves 776, stops 248, and makes 0 errors, 0 of them harmful. Level 3 has 2.0 times lower mean machine time: 3.92 seconds against 7.97. It has 2.1 times lower API cost: $0.28 against $0.60 per 1,000 requests. Of the 59 Level 2 errors, 47 are injection requests, 8 are refund requests, and 4 are other requests. The harmful errors run 7 refunds and 7 plan cancellations. Level 2 was wrong and Level 3 right on 59 requests, and the reverse on 0. Level 3 asks a second Jev call on 36.2 percent of requests. These are outcomes on this synthetic set and these hosted API configurations, not a guarantee of safety or a universal ranking of models. Mean machine time sums the decision and final-message calls; it is not the median round-trip latency of a guardrail judgment. Now Nguyen Phuong Nam will explain how Level 3 limits each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Thank you, Quy. My name is Nguyen Phuong Nam. I will explain what Level 3 constrains, and what it still trusts. Jev has no action tool. It answers typed questions about the chat and the rules. Fixed code runs the selected action only when no model answer reports a broken rule. This is fixed execution, not independent policy verification: the code does not recheck the policy facts against the account. A wrong rule answer can still allow an unsafe action. The LLM writes the final message after the action or refusal and cannot change that action decision. Our measured results do not establish a general safety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These are observed results, not three independent safety guards. The injection flag and the rule answers both come from Jev. First, the injection flag. Jev sets it right on 93.1 percent of the requests. When it is on, the process sets the action to Send reply. Second, the rule questions. 1,656 of 1,656 answers match the written rules on this set. An answer that reports a broken rule stops the action; a missed violation can still allow it. Third, the outcome. The first-call action label is wrong on 130 requests; 0 of them end in a wrong outcome. Level 3 makes 0 errors and 0 harmful runs on this synthetic set. The refund-credits question was revised after an earlier failure; this is not a blind evaluation of that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measured two automated levels of customer support in separate runs on the same 1,024 requests; staff time is an assumed reference. Level 2 serves 720, stops 245, and makes 59 errors. Level 3 serves 776, stops 248, and makes 0 errors. Level 3 has 2.0 times lower mean machine time and 2.1 times lower API cost. Level 2 alone was wrong on 59 requests, and Level 3 alone on 0. Jev needs a question that we write for each rule. One refund question was revised after an earlier failure, so this is not a blind evaluation of that rule. We did not compare trained classifiers or other decision models. These findings compare our two designs, not all models. The next evaluation needs real tickets, a held-out request set, and stronger baselines. External context: Red Hat Developer, "Benchmarking AI decision models against traditional guardrails", 2 October 2026, https://developers.redhat.com/articles/2026/10/02/benchmarking-ai-decision-models-against-traditional-guardrails. That benchmark uses block/allow guardrail judgments, not SaaS actions. Jev does not win every task or latency comparison; its strongest result there is content safety. It supplies no like-for-like API token-cost comparison for our design.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0-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25-3.png"/><Relationship Id="rId3" Type="http://schemas.openxmlformats.org/officeDocument/2006/relationships/image" Target="../media/image-1-2.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5-3.png"/><Relationship Id="rId3" Type="http://schemas.openxmlformats.org/officeDocument/2006/relationships/image" Target="../media/image-10-4.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9-2.png"/><Relationship Id="rId3" Type="http://schemas.openxmlformats.org/officeDocument/2006/relationships/image" Target="../media/image-10-5.png"/><Relationship Id="rId4" Type="http://schemas.openxmlformats.org/officeDocument/2006/relationships/image" Target="../media/image-23-3.png"/><Relationship Id="rId5" Type="http://schemas.openxmlformats.org/officeDocument/2006/relationships/image" Target="../media/image-10-4.png"/><Relationship Id="rId6" Type="http://schemas.openxmlformats.org/officeDocument/2006/relationships/image" Target="../media/image-24-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1-1.png"/><Relationship Id="rId6" Type="http://schemas.openxmlformats.org/officeDocument/2006/relationships/image" Target="../media/image-22-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2-3.png"/><Relationship Id="rId4" Type="http://schemas.openxmlformats.org/officeDocument/2006/relationships/image" Target="../media/image-23-3.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3-3.png"/><Relationship Id="rId5" Type="http://schemas.openxmlformats.org/officeDocument/2006/relationships/image" Target="../media/image-24-5.png"/><Relationship Id="rId6" Type="http://schemas.openxmlformats.org/officeDocument/2006/relationships/image" Target="../media/image-22-1.png"/><Relationship Id="rId7" Type="http://schemas.openxmlformats.org/officeDocument/2006/relationships/image" Target="../media/image-24-1.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2-1.png"/><Relationship Id="rId4"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4-5.png"/><Relationship Id="rId3" Type="http://schemas.openxmlformats.org/officeDocument/2006/relationships/image" Target="../media/image-22-1.png"/><Relationship Id="rId4" Type="http://schemas.openxmlformats.org/officeDocument/2006/relationships/image" Target="../media/image-24-1.png"/><Relationship Id="rId5" Type="http://schemas.openxmlformats.org/officeDocument/2006/relationships/image" Target="../media/image-24-2.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4-2.png"/><Relationship Id="rId3" Type="http://schemas.openxmlformats.org/officeDocument/2006/relationships/image" Target="../media/image-1-2.png"/><Relationship Id="rId4"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3.png"/><Relationship Id="rId2" Type="http://schemas.openxmlformats.org/officeDocument/2006/relationships/image" Target="../media/image-10-4.png"/><Relationship Id="rId3" Type="http://schemas.openxmlformats.org/officeDocument/2006/relationships/image" Target="../media/image-10-9.png"/><Relationship Id="rId4"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4-1.png"/><Relationship Id="rId3" Type="http://schemas.openxmlformats.org/officeDocument/2006/relationships/image" Target="../media/image-24-5.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25-3.png"/><Relationship Id="rId3" Type="http://schemas.openxmlformats.org/officeDocument/2006/relationships/image" Target="../media/image-24-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independent policy check</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this design reduce time, cost, and harmful actions on our SaaS test set?</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two automated designs compared</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Two tested designs: </a:t>
            </a:r>
            <a:pPr algn="l" indent="0" marL="0">
              <a:buNone/>
            </a:pPr>
            <a:r>
              <a:rPr lang="en-US" sz="1800" dirty="0">
                <a:solidFill>
                  <a:srgbClr val="FFFFFF"/>
                </a:solidFill>
                <a:latin typeface="Calibri" pitchFamily="34" charset="0"/>
                <a:ea typeface="Calibri" pitchFamily="34" charset="-122"/>
                <a:cs typeface="Calibri" pitchFamily="34" charset="-120"/>
              </a:rPr>
              <a:t>both automated levels run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2: the LLM agent decides and applies the rules</a:t>
            </a:r>
            <a:endParaRPr lang="en-US" sz="34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returns five fields, then one answer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0.99</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0.61</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0.71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$74 started for Pro plan, annual (FF-10048).</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annual purchase FF-10048 has been approved: $74 is on its way back to your original payment method, and it should arrive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0.59</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$227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couldn't start the refund: this chat cannot start a refund above $100, and your Max annual charge was $227, so nothing was changed on your account. Your plan's next renewal can still be cancelled with no charge as long as it hasn't been charged yet, and you can edit any invoice details from Billing settings.”</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0.50</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“The only charge on your account is FF-10266, the annual Max plan of $121 charged on 2026-09-01, and I can't start a refund for it: annual refunds are only possible while none of the plan's credits are used, and 1,940 of 5,000 credits are used. This chat also does not start a refund above $100. This chat is automated and helps with what it can, so I cannot skip those checks.”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or an annual plan (Plus, Pro, or Max)</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21</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 to 3</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from each customer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248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48 attacks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each independent run: Level 2 and Level 3</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1,395</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371</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2,419</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1,395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Staff time is an assumed reference, not a measured run.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On our SaaS test set, Level 3 costs less</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$0.60</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$0.28</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34776"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35" name="Text 28"/>
          <p:cNvSpPr/>
          <p:nvPr/>
        </p:nvSpPr>
        <p:spPr>
          <a:xfrm>
            <a:off x="548640" y="6126480"/>
            <a:ext cx="11094415" cy="22860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on our SaaS test set: speed, cost, and accuracy</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976; other fields 1,024; rule answers 1,656.</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$0.061</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130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one refund question was revised.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On our SaaS test set: lower time, cost, and error count</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2.0x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3.92 s vs 7.97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$0.28 vs $0.60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59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on this request set</a:t>
            </a:r>
            <a:endParaRPr lang="en-US" sz="1400" dirty="0"/>
          </a:p>
        </p:txBody>
      </p:sp>
      <p:sp>
        <p:nvSpPr>
          <p:cNvPr id="21" name="Text 14"/>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14 at Level 2.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93.1%</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One refund question was revised after an earlier failure.</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130</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Level 2: 720 served, 245 stopped, 59 errors. Level 3: 776 served, 248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has 2.0x lower mean machine time and 2.1x lower API cost, with fewer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One refund question was revised after an earlier failure;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59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on this request set</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2.0x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3.92 s vs 7.97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$0.28 vs $0.60 per 1,000 requests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6 and 7</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Level 2 and Level 3</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22 to 24</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27 and 28</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30</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2026-10-12T06:11:31Z</dcterms:created>
  <dcterms:modified xsi:type="dcterms:W3CDTF">2026-10-12T06:11:31Z</dcterms:modified>
</cp:coreProperties>
</file>