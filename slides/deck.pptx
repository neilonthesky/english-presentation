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Today we look at a support chat for a made-up AI video maker service company. The chat can do real things, such as give a refund. The slide shows two designs for this chat. On the left, an LLM agent. One model reads the chat and the rules, and it does the action. On the right, a classifier labels the request, code applies each rule answer, and the LLM only writes the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Then show the evidence: the next two slides are the charts from Artificial Analysis behind these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This is the chart behind the answer. Each bar is one model. The bar shows the hallucination rate on AA-Omniscience: the share of wrong answers among all answers that are not correct. A lower bar is better. Read the two ends. The lowest bar is 18%, and it belongs to MiniMax-M3, a cheaper open-weight model. The highest bar is 96%. The models that most people call the smartest, GPT, Gemini, and Claude, sit between 45% and 77%. Most models on the board fall between 30 and 65%. Source: Artificial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25 s. This chart puts the same models on two axes. Left to right is the AA-Omniscience Index, the score of the model. Bottom to top is the hallucination rate. Each dot is one model. The green box is the most attractive area: a high score and a hallucination rate below 50%. Only a few models reach it. Many models with a high score still sit above 50%. A higher score does not make the rate fall to zero. So a smarter model is not the fix. The fix is the system around the model: separate steps, with fixed rules that decide. Support has been built that way for years. The next slide shows that history. Source: Artificial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the Rules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2.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12-6.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10-7.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0-5.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1-5.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1-5.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1-3.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1-5.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0-3.png"/><Relationship Id="rId6" Type="http://schemas.openxmlformats.org/officeDocument/2006/relationships/image" Target="../media/image-11-5.png"/><Relationship Id="rId7" Type="http://schemas.openxmlformats.org/officeDocument/2006/relationships/image" Target="../media/image-12-5.png"/><Relationship Id="rId8" Type="http://schemas.openxmlformats.org/officeDocument/2006/relationships/image" Target="../media/image-11-3.png"/><Relationship Id="rId9" Type="http://schemas.openxmlformats.org/officeDocument/2006/relationships/image" Target="../media/image-11-3.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3-3.png"/><Relationship Id="rId5" Type="http://schemas.openxmlformats.org/officeDocument/2006/relationships/image" Target="../media/image-11-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12-6.png"/><Relationship Id="rId7" Type="http://schemas.openxmlformats.org/officeDocument/2006/relationships/image" Target="../media/image-24-7.png"/><Relationship Id="rId8" Type="http://schemas.openxmlformats.org/officeDocument/2006/relationships/image" Target="../media/image-10-6.png"/><Relationship Id="rId9" Type="http://schemas.openxmlformats.org/officeDocument/2006/relationships/image" Target="../media/image-24-3.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5-3.png"/><Relationship Id="rId4" Type="http://schemas.openxmlformats.org/officeDocument/2006/relationships/image" Target="../media/image-1-2.png"/><Relationship Id="rId5" Type="http://schemas.openxmlformats.org/officeDocument/2006/relationships/image" Target="../media/image-1-2.png"/><Relationship Id="rId6" Type="http://schemas.openxmlformats.org/officeDocument/2006/relationships/image" Target="../media/image-10-3.png"/><Relationship Id="rId7" Type="http://schemas.openxmlformats.org/officeDocument/2006/relationships/image" Target="../media/image-10-3.png"/><Relationship Id="rId8" Type="http://schemas.openxmlformats.org/officeDocument/2006/relationships/image" Target="../media/image-1-2.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2-5.png"/><Relationship Id="rId5" Type="http://schemas.openxmlformats.org/officeDocument/2006/relationships/image" Target="../media/image-10-6.png"/><Relationship Id="rId6" Type="http://schemas.openxmlformats.org/officeDocument/2006/relationships/image" Target="../media/image-24-3.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chart" Target="/ppt/charts/chart3.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4-3.png"/><Relationship Id="rId5" Type="http://schemas.openxmlformats.org/officeDocument/2006/relationships/image" Target="../media/image-24-7.png"/><Relationship Id="rId6" Type="http://schemas.openxmlformats.org/officeDocument/2006/relationships/image" Target="../media/image-10-6.png"/><Relationship Id="rId7" Type="http://schemas.openxmlformats.org/officeDocument/2006/relationships/image" Target="../media/image-24-4.png"/><Relationship Id="rId8"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2-6.png"/><Relationship Id="rId4" Type="http://schemas.openxmlformats.org/officeDocument/2006/relationships/image" Target="../media/image-11-5.png"/><Relationship Id="rId5" Type="http://schemas.openxmlformats.org/officeDocument/2006/relationships/image" Target="../media/image-28-5.png"/><Relationship Id="rId6" Type="http://schemas.openxmlformats.org/officeDocument/2006/relationships/image" Target="../media/image-24-4.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24-4.png"/><Relationship Id="rId5" Type="http://schemas.openxmlformats.org/officeDocument/2006/relationships/image" Target="../media/image-1-2.png"/><Relationship Id="rId6" Type="http://schemas.openxmlformats.org/officeDocument/2006/relationships/image" Target="../media/image-24-4.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4-3.png"/><Relationship Id="rId2" Type="http://schemas.openxmlformats.org/officeDocument/2006/relationships/image" Target="../media/image-24-7.png"/><Relationship Id="rId3" Type="http://schemas.openxmlformats.org/officeDocument/2006/relationships/image" Target="../media/image-10-6.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1-4.png"/><Relationship Id="rId3" Type="http://schemas.openxmlformats.org/officeDocument/2006/relationships/image" Target="../media/image-24-3.png"/><Relationship Id="rId4" Type="http://schemas.openxmlformats.org/officeDocument/2006/relationships/image" Target="../media/image-11-5.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7F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548640"/>
            <a:ext cx="5852160" cy="640080"/>
          </a:xfrm>
          <a:prstGeom prst="rect">
            <a:avLst/>
          </a:prstGeom>
          <a:noFill/>
          <a:ln/>
        </p:spPr>
        <p:txBody>
          <a:bodyPr wrap="square" lIns="0" tIns="0" rIns="0" bIns="0" rtlCol="0" anchor="t"/>
          <a:lstStyle/>
          <a:p>
            <a:pPr indent="0" marL="0">
              <a:spcAft>
                <a:spcPts val="200"/>
              </a:spcAft>
              <a:buNone/>
            </a:pPr>
            <a:r>
              <a:rPr lang="en-US" sz="1500" b="1" dirty="0">
                <a:solidFill>
                  <a:srgbClr val="56636F"/>
                </a:solidFill>
                <a:latin typeface="Calibri" pitchFamily="34" charset="0"/>
                <a:ea typeface="Calibri" pitchFamily="34" charset="-122"/>
                <a:cs typeface="Calibri" pitchFamily="34" charset="-120"/>
              </a:rPr>
              <a:t>Phenikaa School of Computing</a:t>
            </a:r>
            <a:endParaRPr lang="en-US" sz="1500" dirty="0"/>
          </a:p>
          <a:p>
            <a:pPr indent="0" marL="0">
              <a:spcAft>
                <a:spcPts val="200"/>
              </a:spcAft>
              <a:buNone/>
            </a:pPr>
            <a:r>
              <a:rPr lang="en-US" sz="1500" dirty="0">
                <a:solidFill>
                  <a:srgbClr val="56636F"/>
                </a:solidFill>
                <a:latin typeface="Calibri" pitchFamily="34" charset="0"/>
                <a:ea typeface="Calibri" pitchFamily="34" charset="-122"/>
                <a:cs typeface="Calibri" pitchFamily="34" charset="-120"/>
              </a:rPr>
              <a:t>English Writing and Presentation Skills · October 2026</a:t>
            </a:r>
            <a:endParaRPr lang="en-US" sz="1500" dirty="0"/>
          </a:p>
        </p:txBody>
      </p:sp>
      <p:sp>
        <p:nvSpPr>
          <p:cNvPr id="4" name="Text 1"/>
          <p:cNvSpPr/>
          <p:nvPr/>
        </p:nvSpPr>
        <p:spPr>
          <a:xfrm>
            <a:off x="640080" y="1417320"/>
            <a:ext cx="5852160" cy="1828800"/>
          </a:xfrm>
          <a:prstGeom prst="rect">
            <a:avLst/>
          </a:prstGeom>
          <a:noFill/>
          <a:ln/>
        </p:spPr>
        <p:txBody>
          <a:bodyPr wrap="square" lIns="0" tIns="0" rIns="0" bIns="0" rtlCol="0" anchor="t"/>
          <a:lstStyle/>
          <a:p>
            <a:pPr indent="0" marL="0">
              <a:buNone/>
            </a:pPr>
            <a:r>
              <a:rPr lang="en-US" sz="3400" b="1" dirty="0">
                <a:solidFill>
                  <a:srgbClr val="1B365D"/>
                </a:solidFill>
                <a:latin typeface="Calibri" pitchFamily="34" charset="0"/>
                <a:ea typeface="Calibri" pitchFamily="34" charset="-122"/>
                <a:cs typeface="Calibri" pitchFamily="34" charset="-120"/>
              </a:rPr>
              <a:t>Structured Decision Gates for Customer Support Agents:</a:t>
            </a:r>
            <a:endParaRPr lang="en-US" sz="3400" dirty="0"/>
          </a:p>
        </p:txBody>
      </p:sp>
      <p:sp>
        <p:nvSpPr>
          <p:cNvPr id="5" name="Text 2"/>
          <p:cNvSpPr/>
          <p:nvPr/>
        </p:nvSpPr>
        <p:spPr>
          <a:xfrm>
            <a:off x="640080" y="3383280"/>
            <a:ext cx="5852160" cy="548640"/>
          </a:xfrm>
          <a:prstGeom prst="rect">
            <a:avLst/>
          </a:prstGeom>
          <a:noFill/>
          <a:ln/>
        </p:spPr>
        <p:txBody>
          <a:bodyPr wrap="square" lIns="0" tIns="0" rIns="0" bIns="0" rtlCol="0" anchor="t"/>
          <a:lstStyle/>
          <a:p>
            <a:pPr indent="0" marL="0">
              <a:buNone/>
            </a:pPr>
            <a:r>
              <a:rPr lang="en-US" sz="2400" b="1" dirty="0">
                <a:solidFill>
                  <a:srgbClr val="1F7A7A"/>
                </a:solidFill>
                <a:latin typeface="Calibri" pitchFamily="34" charset="0"/>
                <a:ea typeface="Calibri" pitchFamily="34" charset="-122"/>
                <a:cs typeface="Calibri" pitchFamily="34" charset="-120"/>
              </a:rPr>
              <a:t>Intent Detection and Rule Checks</a:t>
            </a:r>
            <a:endParaRPr lang="en-US" sz="2400" dirty="0"/>
          </a:p>
        </p:txBody>
      </p:sp>
      <p:sp>
        <p:nvSpPr>
          <p:cNvPr id="6" name="Shape 3"/>
          <p:cNvSpPr/>
          <p:nvPr/>
        </p:nvSpPr>
        <p:spPr>
          <a:xfrm>
            <a:off x="640080" y="4206240"/>
            <a:ext cx="914400" cy="0"/>
          </a:xfrm>
          <a:prstGeom prst="line">
            <a:avLst/>
          </a:prstGeom>
          <a:noFill/>
          <a:ln w="38100">
            <a:solidFill>
              <a:srgbClr val="4A82B8"/>
            </a:solidFill>
            <a:prstDash val="solid"/>
          </a:ln>
        </p:spPr>
      </p:sp>
      <p:sp>
        <p:nvSpPr>
          <p:cNvPr id="7" name="Text 4"/>
          <p:cNvSpPr/>
          <p:nvPr/>
        </p:nvSpPr>
        <p:spPr>
          <a:xfrm>
            <a:off x="640080" y="4434840"/>
            <a:ext cx="5852160" cy="1371600"/>
          </a:xfrm>
          <a:prstGeom prst="rect">
            <a:avLst/>
          </a:prstGeom>
          <a:noFill/>
          <a:ln/>
        </p:spPr>
        <p:txBody>
          <a:bodyPr wrap="square" lIns="0" tIns="0" rIns="0" bIns="0" rtlCol="0" anchor="t"/>
          <a:lstStyle/>
          <a:p>
            <a:pPr indent="0" marL="0">
              <a:buNone/>
            </a:pPr>
            <a:r>
              <a:rPr lang="en-US" sz="1700" dirty="0">
                <a:solidFill>
                  <a:srgbClr val="2B3440"/>
                </a:solidFill>
                <a:latin typeface="Calibri" pitchFamily="34" charset="0"/>
                <a:ea typeface="Calibri" pitchFamily="34" charset="-122"/>
                <a:cs typeface="Calibri" pitchFamily="34" charset="-120"/>
              </a:rPr>
              <a:t>Tran Thanh Long</a:t>
            </a:r>
            <a:endParaRPr lang="en-US" sz="1700" dirty="0"/>
          </a:p>
          <a:p>
            <a:pPr indent="0" marL="0">
              <a:buNone/>
            </a:pPr>
            <a:r>
              <a:rPr lang="en-US" sz="1700" dirty="0">
                <a:solidFill>
                  <a:srgbClr val="2B3440"/>
                </a:solidFill>
                <a:latin typeface="Calibri" pitchFamily="34" charset="0"/>
                <a:ea typeface="Calibri" pitchFamily="34" charset="-122"/>
                <a:cs typeface="Calibri" pitchFamily="34" charset="-120"/>
              </a:rPr>
              <a:t>Nguyen Thanh Nam</a:t>
            </a:r>
            <a:endParaRPr lang="en-US" sz="1700" dirty="0"/>
          </a:p>
          <a:p>
            <a:pPr indent="0" marL="0">
              <a:buNone/>
            </a:pPr>
            <a:r>
              <a:rPr lang="en-US" sz="1700" dirty="0">
                <a:solidFill>
                  <a:srgbClr val="2B3440"/>
                </a:solidFill>
                <a:latin typeface="Calibri" pitchFamily="34" charset="0"/>
                <a:ea typeface="Calibri" pitchFamily="34" charset="-122"/>
                <a:cs typeface="Calibri" pitchFamily="34" charset="-120"/>
              </a:rPr>
              <a:t>Vu Van Son</a:t>
            </a:r>
            <a:endParaRPr lang="en-US" sz="1700" dirty="0"/>
          </a:p>
          <a:p>
            <a:pPr indent="0" marL="0">
              <a:buNone/>
            </a:pPr>
            <a:r>
              <a:rPr lang="en-US" sz="1700" dirty="0">
                <a:solidFill>
                  <a:srgbClr val="2B3440"/>
                </a:solidFill>
                <a:latin typeface="Calibri" pitchFamily="34" charset="0"/>
                <a:ea typeface="Calibri" pitchFamily="34" charset="-122"/>
                <a:cs typeface="Calibri" pitchFamily="34" charset="-120"/>
              </a:rPr>
              <a:t>Vuong Quang Quy</a:t>
            </a:r>
            <a:endParaRPr lang="en-US" sz="1700" dirty="0"/>
          </a:p>
          <a:p>
            <a:pPr indent="0" marL="0">
              <a:buNone/>
            </a:pPr>
            <a:r>
              <a:rPr lang="en-US" sz="1700" dirty="0">
                <a:solidFill>
                  <a:srgbClr val="2B3440"/>
                </a:solidFill>
                <a:latin typeface="Calibri" pitchFamily="34" charset="0"/>
                <a:ea typeface="Calibri" pitchFamily="34" charset="-122"/>
                <a:cs typeface="Calibri" pitchFamily="34" charset="-120"/>
              </a:rPr>
              <a:t>Nguyen Phuong Nam</a:t>
            </a:r>
            <a:endParaRPr lang="en-US" sz="1700" dirty="0"/>
          </a:p>
        </p:txBody>
      </p:sp>
      <p:sp>
        <p:nvSpPr>
          <p:cNvPr id="8" name="Shape 5"/>
          <p:cNvSpPr/>
          <p:nvPr/>
        </p:nvSpPr>
        <p:spPr>
          <a:xfrm>
            <a:off x="6629400" y="411480"/>
            <a:ext cx="5242255" cy="6035040"/>
          </a:xfrm>
          <a:prstGeom prst="roundRect">
            <a:avLst>
              <a:gd name="adj" fmla="val 2093"/>
            </a:avLst>
          </a:prstGeom>
          <a:solidFill>
            <a:srgbClr val="F4F7FA">
              <a:alpha val="94000"/>
            </a:srgbClr>
          </a:solidFill>
          <a:ln w="12700">
            <a:solidFill>
              <a:srgbClr val="F4F7FA"/>
            </a:solidFill>
            <a:prstDash val="solid"/>
          </a:ln>
        </p:spPr>
      </p:sp>
      <p:sp>
        <p:nvSpPr>
          <p:cNvPr id="9"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agent designs</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for support</a:t>
            </a:r>
            <a:endParaRPr lang="en-US" sz="2600" dirty="0"/>
          </a:p>
        </p:txBody>
      </p:sp>
      <p:sp>
        <p:nvSpPr>
          <p:cNvPr id="10"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design fits customer actions that are hard to undo?</a:t>
            </a:r>
            <a:endParaRPr lang="en-US" sz="1400" dirty="0"/>
          </a:p>
        </p:txBody>
      </p:sp>
      <p:sp>
        <p:nvSpPr>
          <p:cNvPr id="11" name="Shape 8"/>
          <p:cNvSpPr/>
          <p:nvPr/>
        </p:nvSpPr>
        <p:spPr>
          <a:xfrm>
            <a:off x="6949440" y="2176272"/>
            <a:ext cx="2186788" cy="4041648"/>
          </a:xfrm>
          <a:prstGeom prst="roundRect">
            <a:avLst>
              <a:gd name="adj" fmla="val 3345"/>
            </a:avLst>
          </a:prstGeom>
          <a:solidFill>
            <a:srgbClr val="FFFFFF"/>
          </a:solidFill>
          <a:ln/>
        </p:spPr>
      </p:sp>
      <p:sp>
        <p:nvSpPr>
          <p:cNvPr id="12"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7095744" y="2322576"/>
            <a:ext cx="457200" cy="457200"/>
          </a:xfrm>
          <a:prstGeom prst="rect">
            <a:avLst/>
          </a:prstGeom>
        </p:spPr>
      </p:pic>
      <p:sp>
        <p:nvSpPr>
          <p:cNvPr id="14"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LLM</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Agent</a:t>
            </a:r>
            <a:endParaRPr lang="en-US" sz="1500" dirty="0"/>
          </a:p>
        </p:txBody>
      </p:sp>
      <p:sp>
        <p:nvSpPr>
          <p:cNvPr id="15"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big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The rules are in its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The model decides and acts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Slow and costly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Can follow hidden orders</a:t>
            </a:r>
            <a:endParaRPr lang="en-US" sz="1400" dirty="0"/>
          </a:p>
        </p:txBody>
      </p:sp>
      <p:sp>
        <p:nvSpPr>
          <p:cNvPr id="16" name="Shape 12"/>
          <p:cNvSpPr/>
          <p:nvPr/>
        </p:nvSpPr>
        <p:spPr>
          <a:xfrm>
            <a:off x="9364828" y="2176272"/>
            <a:ext cx="2186788" cy="4041648"/>
          </a:xfrm>
          <a:prstGeom prst="roundRect">
            <a:avLst>
              <a:gd name="adj" fmla="val 3345"/>
            </a:avLst>
          </a:prstGeom>
          <a:solidFill>
            <a:srgbClr val="FFFFFF"/>
          </a:solidFill>
          <a:ln/>
        </p:spPr>
      </p:sp>
      <p:sp>
        <p:nvSpPr>
          <p:cNvPr id="17"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8" name="Image 2" descr="preencoded.png">    </p:cNvPr>
          <p:cNvPicPr>
            <a:picLocks noChangeAspect="1"/>
          </p:cNvPicPr>
          <p:nvPr/>
        </p:nvPicPr>
        <p:blipFill>
          <a:blip r:embed="rId3"/>
          <a:stretch>
            <a:fillRect/>
          </a:stretch>
        </p:blipFill>
        <p:spPr>
          <a:xfrm>
            <a:off x="9511132" y="2322576"/>
            <a:ext cx="457200" cy="457200"/>
          </a:xfrm>
          <a:prstGeom prst="rect">
            <a:avLst/>
          </a:prstGeom>
        </p:spPr>
      </p:pic>
      <p:sp>
        <p:nvSpPr>
          <p:cNvPr id="19"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20"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A classifier labels the request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It reads facts from the chat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Code applies each rule answer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The LLM only writes the reply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No action without a check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LLM agents fail alone</a:t>
            </a:r>
            <a:endParaRPr lang="en-US" sz="3600" dirty="0"/>
          </a:p>
        </p:txBody>
      </p:sp>
      <p:sp>
        <p:nvSpPr>
          <p:cNvPr id="6"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7"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1716146" y="1642994"/>
            <a:ext cx="225308" cy="225308"/>
          </a:xfrm>
          <a:prstGeom prst="rect">
            <a:avLst/>
          </a:prstGeom>
        </p:spPr>
      </p:pic>
      <p:sp>
        <p:nvSpPr>
          <p:cNvPr id="9"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10"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11"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2" name="Image 3" descr="preencoded.png">    </p:cNvPr>
          <p:cNvPicPr>
            <a:picLocks noChangeAspect="1"/>
          </p:cNvPicPr>
          <p:nvPr/>
        </p:nvPicPr>
        <p:blipFill>
          <a:blip r:embed="rId4"/>
          <a:stretch>
            <a:fillRect/>
          </a:stretch>
        </p:blipFill>
        <p:spPr>
          <a:xfrm>
            <a:off x="1755648" y="2734056"/>
            <a:ext cx="256032" cy="256032"/>
          </a:xfrm>
          <a:prstGeom prst="rect">
            <a:avLst/>
          </a:prstGeom>
        </p:spPr>
      </p:pic>
      <p:sp>
        <p:nvSpPr>
          <p:cNvPr id="13"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4" name="Image 4" descr="preencoded.png">    </p:cNvPr>
          <p:cNvPicPr>
            <a:picLocks noChangeAspect="1"/>
          </p:cNvPicPr>
          <p:nvPr/>
        </p:nvPicPr>
        <p:blipFill>
          <a:blip r:embed="rId5"/>
          <a:stretch>
            <a:fillRect/>
          </a:stretch>
        </p:blipFill>
        <p:spPr>
          <a:xfrm>
            <a:off x="5166360" y="2194560"/>
            <a:ext cx="1188720" cy="685800"/>
          </a:xfrm>
          <a:prstGeom prst="rect">
            <a:avLst/>
          </a:prstGeom>
        </p:spPr>
      </p:pic>
      <p:sp>
        <p:nvSpPr>
          <p:cNvPr id="15"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6"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7" name="Image 5" descr="preencoded.png">    </p:cNvPr>
          <p:cNvPicPr>
            <a:picLocks noChangeAspect="1"/>
          </p:cNvPicPr>
          <p:nvPr/>
        </p:nvPicPr>
        <p:blipFill>
          <a:blip r:embed="rId6"/>
          <a:stretch>
            <a:fillRect/>
          </a:stretch>
        </p:blipFill>
        <p:spPr>
          <a:xfrm>
            <a:off x="6568135" y="2087575"/>
            <a:ext cx="588874" cy="588874"/>
          </a:xfrm>
          <a:prstGeom prst="rect">
            <a:avLst/>
          </a:prstGeom>
        </p:spPr>
      </p:pic>
      <p:sp>
        <p:nvSpPr>
          <p:cNvPr id="18"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LLM agent</a:t>
            </a:r>
            <a:endParaRPr lang="en-US" sz="1500" dirty="0"/>
          </a:p>
        </p:txBody>
      </p:sp>
      <p:sp>
        <p:nvSpPr>
          <p:cNvPr id="19"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20" name="Image 6" descr="preencoded.png">    </p:cNvPr>
          <p:cNvPicPr>
            <a:picLocks noChangeAspect="1"/>
          </p:cNvPicPr>
          <p:nvPr/>
        </p:nvPicPr>
        <p:blipFill>
          <a:blip r:embed="rId7"/>
          <a:stretch>
            <a:fillRect/>
          </a:stretch>
        </p:blipFill>
        <p:spPr>
          <a:xfrm>
            <a:off x="7315200" y="2148840"/>
            <a:ext cx="777240" cy="457200"/>
          </a:xfrm>
          <a:prstGeom prst="rect">
            <a:avLst/>
          </a:prstGeom>
        </p:spPr>
      </p:pic>
      <p:sp>
        <p:nvSpPr>
          <p:cNvPr id="21"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2"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3" name="Image 7" descr="preencoded.png">    </p:cNvPr>
          <p:cNvPicPr>
            <a:picLocks noChangeAspect="1"/>
          </p:cNvPicPr>
          <p:nvPr/>
        </p:nvPicPr>
        <p:blipFill>
          <a:blip r:embed="rId8"/>
          <a:stretch>
            <a:fillRect/>
          </a:stretch>
        </p:blipFill>
        <p:spPr>
          <a:xfrm>
            <a:off x="8302752" y="1517904"/>
            <a:ext cx="274320" cy="274320"/>
          </a:xfrm>
          <a:prstGeom prst="rect">
            <a:avLst/>
          </a:prstGeom>
        </p:spPr>
      </p:pic>
      <p:sp>
        <p:nvSpPr>
          <p:cNvPr id="24"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5"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6" name="Image 8" descr="preencoded.png">    </p:cNvPr>
          <p:cNvPicPr>
            <a:picLocks noChangeAspect="1"/>
          </p:cNvPicPr>
          <p:nvPr/>
        </p:nvPicPr>
        <p:blipFill>
          <a:blip r:embed="rId9"/>
          <a:stretch>
            <a:fillRect/>
          </a:stretch>
        </p:blipFill>
        <p:spPr>
          <a:xfrm>
            <a:off x="8302752" y="2103120"/>
            <a:ext cx="274320" cy="274320"/>
          </a:xfrm>
          <a:prstGeom prst="rect">
            <a:avLst/>
          </a:prstGeom>
        </p:spPr>
      </p:pic>
      <p:sp>
        <p:nvSpPr>
          <p:cNvPr id="27"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8"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9" name="Image 9" descr="preencoded.png">    </p:cNvPr>
          <p:cNvPicPr>
            <a:picLocks noChangeAspect="1"/>
          </p:cNvPicPr>
          <p:nvPr/>
        </p:nvPicPr>
        <p:blipFill>
          <a:blip r:embed="rId10"/>
          <a:stretch>
            <a:fillRect/>
          </a:stretch>
        </p:blipFill>
        <p:spPr>
          <a:xfrm>
            <a:off x="8302752" y="2688336"/>
            <a:ext cx="274320" cy="274320"/>
          </a:xfrm>
          <a:prstGeom prst="rect">
            <a:avLst/>
          </a:prstGeom>
        </p:spPr>
      </p:pic>
      <p:sp>
        <p:nvSpPr>
          <p:cNvPr id="30"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31"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2" name="Image 10" descr="preencoded.png">    </p:cNvPr>
          <p:cNvPicPr>
            <a:picLocks noChangeAspect="1"/>
          </p:cNvPicPr>
          <p:nvPr/>
        </p:nvPicPr>
        <p:blipFill>
          <a:blip r:embed="rId11"/>
          <a:stretch>
            <a:fillRect/>
          </a:stretch>
        </p:blipFill>
        <p:spPr>
          <a:xfrm>
            <a:off x="8275320" y="3300984"/>
            <a:ext cx="274320" cy="274320"/>
          </a:xfrm>
          <a:prstGeom prst="rect">
            <a:avLst/>
          </a:prstGeom>
        </p:spPr>
      </p:pic>
      <p:sp>
        <p:nvSpPr>
          <p:cNvPr id="33"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4"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5"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6"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7" name="Image 11" descr="preencoded.png">    </p:cNvPr>
          <p:cNvPicPr>
            <a:picLocks noChangeAspect="1"/>
          </p:cNvPicPr>
          <p:nvPr/>
        </p:nvPicPr>
        <p:blipFill>
          <a:blip r:embed="rId12"/>
          <a:stretch>
            <a:fillRect/>
          </a:stretch>
        </p:blipFill>
        <p:spPr>
          <a:xfrm>
            <a:off x="1150681" y="5402641"/>
            <a:ext cx="368686" cy="368686"/>
          </a:xfrm>
          <a:prstGeom prst="rect">
            <a:avLst/>
          </a:prstGeom>
        </p:spPr>
      </p:pic>
      <p:sp>
        <p:nvSpPr>
          <p:cNvPr id="38"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9"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40"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41" name="Image 12" descr="preencoded.png">    </p:cNvPr>
          <p:cNvPicPr>
            <a:picLocks noChangeAspect="1"/>
          </p:cNvPicPr>
          <p:nvPr/>
        </p:nvPicPr>
        <p:blipFill>
          <a:blip r:embed="rId13"/>
          <a:stretch>
            <a:fillRect/>
          </a:stretch>
        </p:blipFill>
        <p:spPr>
          <a:xfrm>
            <a:off x="4899721" y="5402641"/>
            <a:ext cx="368686" cy="368686"/>
          </a:xfrm>
          <a:prstGeom prst="rect">
            <a:avLst/>
          </a:prstGeom>
        </p:spPr>
      </p:pic>
      <p:sp>
        <p:nvSpPr>
          <p:cNvPr id="42"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3"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4"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5" name="Image 13" descr="preencoded.png">    </p:cNvPr>
          <p:cNvPicPr>
            <a:picLocks noChangeAspect="1"/>
          </p:cNvPicPr>
          <p:nvPr/>
        </p:nvPicPr>
        <p:blipFill>
          <a:blip r:embed="rId14"/>
          <a:stretch>
            <a:fillRect/>
          </a:stretch>
        </p:blipFill>
        <p:spPr>
          <a:xfrm>
            <a:off x="8648761" y="5402641"/>
            <a:ext cx="368686" cy="368686"/>
          </a:xfrm>
          <a:prstGeom prst="rect">
            <a:avLst/>
          </a:prstGeom>
        </p:spPr>
      </p:pic>
      <p:sp>
        <p:nvSpPr>
          <p:cNvPr id="46"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7"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7"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2"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7"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2"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7"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2"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7"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2"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pic>
        <p:nvPicPr>
          <p:cNvPr id="2" name="!!decor-bl" descr="preencoded.png">    </p:cNvPr>
          <p:cNvPicPr>
            <a:picLocks noChangeAspect="1"/>
          </p:cNvPicPr>
          <p:nvPr/>
        </p:nvPicPr>
        <p:blipFill>
          <a:blip r:embed="rId1"/>
          <a:stretch>
            <a:fillRect/>
          </a:stretch>
        </p:blipFill>
        <p:spPr>
          <a:xfrm>
            <a:off x="0" y="1371600"/>
            <a:ext cx="5486400" cy="5486400"/>
          </a:xfrm>
          <a:prstGeom prst="rect">
            <a:avLst/>
          </a:prstGeom>
        </p:spPr>
      </p:pic>
      <p:pic>
        <p:nvPicPr>
          <p:cNvPr id="3" name="!!decor-br" descr="preencoded.png">    </p:cNvPr>
          <p:cNvPicPr>
            <a:picLocks noChangeAspect="1"/>
          </p:cNvPicPr>
          <p:nvPr/>
        </p:nvPicPr>
        <p:blipFill>
          <a:blip r:embed="rId2"/>
          <a:stretch>
            <a:fillRect/>
          </a:stretch>
        </p:blipFill>
        <p:spPr>
          <a:xfrm>
            <a:off x="6705295"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Hallucination rate on AA-Omniscience</a:t>
            </a:r>
            <a:endParaRPr lang="en-US" sz="3600" dirty="0"/>
          </a:p>
        </p:txBody>
      </p:sp>
      <p:sp>
        <p:nvSpPr>
          <p:cNvPr id="6" name="Shape 1"/>
          <p:cNvSpPr/>
          <p:nvPr/>
        </p:nvSpPr>
        <p:spPr>
          <a:xfrm>
            <a:off x="640021" y="1417320"/>
            <a:ext cx="10911652" cy="3429000"/>
          </a:xfrm>
          <a:prstGeom prst="roundRect">
            <a:avLst>
              <a:gd name="adj" fmla="val 2133"/>
            </a:avLst>
          </a:prstGeom>
          <a:solidFill>
            <a:srgbClr val="FFFFFF"/>
          </a:solidFill>
          <a:ln/>
        </p:spPr>
      </p:sp>
      <p:pic>
        <p:nvPicPr>
          <p:cNvPr id="7" name="Image 2" descr="assets/omniscience_rate.png">    </p:cNvPr>
          <p:cNvPicPr>
            <a:picLocks noChangeAspect="1"/>
          </p:cNvPicPr>
          <p:nvPr/>
        </p:nvPicPr>
        <p:blipFill>
          <a:blip r:embed="rId3"/>
          <a:stretch>
            <a:fillRect/>
          </a:stretch>
        </p:blipFill>
        <p:spPr>
          <a:xfrm>
            <a:off x="777181" y="1554480"/>
            <a:ext cx="10637332" cy="3154680"/>
          </a:xfrm>
          <a:prstGeom prst="rect">
            <a:avLst/>
          </a:prstGeom>
        </p:spPr>
      </p:pic>
      <p:sp>
        <p:nvSpPr>
          <p:cNvPr id="8" name="Shape 2"/>
          <p:cNvSpPr/>
          <p:nvPr/>
        </p:nvSpPr>
        <p:spPr>
          <a:xfrm>
            <a:off x="548640" y="4983480"/>
            <a:ext cx="11094415" cy="822960"/>
          </a:xfrm>
          <a:prstGeom prst="roundRect">
            <a:avLst>
              <a:gd name="adj" fmla="val 8889"/>
            </a:avLst>
          </a:prstGeom>
          <a:solidFill>
            <a:srgbClr val="1F7A7A"/>
          </a:solidFill>
          <a:ln/>
        </p:spPr>
      </p:sp>
      <p:pic>
        <p:nvPicPr>
          <p:cNvPr id="9" name="Image 3" descr="preencoded.png">    </p:cNvPr>
          <p:cNvPicPr>
            <a:picLocks noChangeAspect="1"/>
          </p:cNvPicPr>
          <p:nvPr/>
        </p:nvPicPr>
        <p:blipFill>
          <a:blip r:embed="rId4"/>
          <a:stretch>
            <a:fillRect/>
          </a:stretch>
        </p:blipFill>
        <p:spPr>
          <a:xfrm>
            <a:off x="822960" y="5166360"/>
            <a:ext cx="457200" cy="457200"/>
          </a:xfrm>
          <a:prstGeom prst="rect">
            <a:avLst/>
          </a:prstGeom>
        </p:spPr>
      </p:pic>
      <p:sp>
        <p:nvSpPr>
          <p:cNvPr id="10" name="Text 3"/>
          <p:cNvSpPr/>
          <p:nvPr/>
        </p:nvSpPr>
        <p:spPr>
          <a:xfrm>
            <a:off x="1508760" y="498348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lowest rate on the board is 18%. </a:t>
            </a:r>
            <a:pPr algn="l" indent="0" marL="0">
              <a:buNone/>
            </a:pPr>
            <a:r>
              <a:rPr lang="en-US" sz="1800" dirty="0">
                <a:solidFill>
                  <a:srgbClr val="FFFFFF"/>
                </a:solidFill>
                <a:latin typeface="Calibri" pitchFamily="34" charset="0"/>
                <a:ea typeface="Calibri" pitchFamily="34" charset="-122"/>
                <a:cs typeface="Calibri" pitchFamily="34" charset="-120"/>
              </a:rPr>
              <a:t>Most models sit between 30 and 65%.</a:t>
            </a:r>
            <a:endParaRPr lang="en-US" sz="1800" dirty="0"/>
          </a:p>
        </p:txBody>
      </p:sp>
      <p:sp>
        <p:nvSpPr>
          <p:cNvPr id="11" name="Text 4"/>
          <p:cNvSpPr/>
          <p:nvPr/>
        </p:nvSpPr>
        <p:spPr>
          <a:xfrm>
            <a:off x="548640" y="5943600"/>
            <a:ext cx="11094415" cy="32004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Hallucination rate: the share of wrong answers among all answers that are not correct. Source: Artificial Analysis.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higher score does not remove hallucination</a:t>
            </a:r>
            <a:endParaRPr lang="en-US" sz="3600" dirty="0"/>
          </a:p>
        </p:txBody>
      </p:sp>
      <p:sp>
        <p:nvSpPr>
          <p:cNvPr id="6" name="Shape 1"/>
          <p:cNvSpPr/>
          <p:nvPr/>
        </p:nvSpPr>
        <p:spPr>
          <a:xfrm>
            <a:off x="670504" y="1417320"/>
            <a:ext cx="10850688" cy="4526280"/>
          </a:xfrm>
          <a:prstGeom prst="roundRect">
            <a:avLst>
              <a:gd name="adj" fmla="val 1616"/>
            </a:avLst>
          </a:prstGeom>
          <a:solidFill>
            <a:srgbClr val="FFFFFF"/>
          </a:solidFill>
          <a:ln/>
        </p:spPr>
      </p:sp>
      <p:pic>
        <p:nvPicPr>
          <p:cNvPr id="7" name="Image 2" descr="assets/omniscience_scatter.png">    </p:cNvPr>
          <p:cNvPicPr>
            <a:picLocks noChangeAspect="1"/>
          </p:cNvPicPr>
          <p:nvPr/>
        </p:nvPicPr>
        <p:blipFill>
          <a:blip r:embed="rId3"/>
          <a:stretch>
            <a:fillRect/>
          </a:stretch>
        </p:blipFill>
        <p:spPr>
          <a:xfrm>
            <a:off x="807664" y="1554480"/>
            <a:ext cx="10576368" cy="4251960"/>
          </a:xfrm>
          <a:prstGeom prst="rect">
            <a:avLst/>
          </a:prstGeom>
        </p:spPr>
      </p:pic>
      <p:sp>
        <p:nvSpPr>
          <p:cNvPr id="8" name="Text 2"/>
          <p:cNvSpPr/>
          <p:nvPr/>
        </p:nvSpPr>
        <p:spPr>
          <a:xfrm>
            <a:off x="548640" y="6053328"/>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Green box: a high score and a hallucination rate below 50%. Source: Artificial Analysis.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systems</a:t>
            </a:r>
            <a:endParaRPr lang="en-US" sz="3600" dirty="0"/>
          </a:p>
        </p:txBody>
      </p:sp>
      <p:pic>
        <p:nvPicPr>
          <p:cNvPr id="6" name="Image 2" descr="preencoded.png">    </p:cNvPr>
          <p:cNvPicPr>
            <a:picLocks noChangeAspect="1"/>
          </p:cNvPicPr>
          <p:nvPr/>
        </p:nvPicPr>
        <p:blipFill>
          <a:blip r:embed="rId3"/>
          <a:stretch>
            <a:fillRect/>
          </a:stretch>
        </p:blipFill>
        <p:spPr>
          <a:xfrm>
            <a:off x="0" y="0"/>
            <a:ext cx="12191695" cy="6858000"/>
          </a:xfrm>
          <a:prstGeom prst="rect">
            <a:avLst/>
          </a:prstGeom>
        </p:spPr>
      </p:pic>
      <p:pic>
        <p:nvPicPr>
          <p:cNvPr id="7" name="Image 3" descr="preencoded.png">    </p:cNvPr>
          <p:cNvPicPr>
            <a:picLocks noChangeAspect="1"/>
          </p:cNvPicPr>
          <p:nvPr/>
        </p:nvPicPr>
        <p:blipFill>
          <a:blip r:embed="rId4"/>
          <a:stretch>
            <a:fillRect/>
          </a:stretch>
        </p:blipFill>
        <p:spPr>
          <a:xfrm>
            <a:off x="502920" y="4922215"/>
            <a:ext cx="822960" cy="822960"/>
          </a:xfrm>
          <a:prstGeom prst="rect">
            <a:avLst/>
          </a:prstGeom>
        </p:spPr>
      </p:pic>
      <p:pic>
        <p:nvPicPr>
          <p:cNvPr id="8" name="Image 4" descr="preencoded.png">    </p:cNvPr>
          <p:cNvPicPr>
            <a:picLocks noChangeAspect="1"/>
          </p:cNvPicPr>
          <p:nvPr/>
        </p:nvPicPr>
        <p:blipFill>
          <a:blip r:embed="rId5"/>
          <a:stretch>
            <a:fillRect/>
          </a:stretch>
        </p:blipFill>
        <p:spPr>
          <a:xfrm>
            <a:off x="3550615" y="3246120"/>
            <a:ext cx="822960" cy="822960"/>
          </a:xfrm>
          <a:prstGeom prst="rect">
            <a:avLst/>
          </a:prstGeom>
        </p:spPr>
      </p:pic>
      <p:sp>
        <p:nvSpPr>
          <p:cNvPr id="9"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10" name="Image 5" descr="preencoded.png">    </p:cNvPr>
          <p:cNvPicPr>
            <a:picLocks noChangeAspect="1"/>
          </p:cNvPicPr>
          <p:nvPr/>
        </p:nvPicPr>
        <p:blipFill>
          <a:blip r:embed="rId6"/>
          <a:stretch>
            <a:fillRect/>
          </a:stretch>
        </p:blipFill>
        <p:spPr>
          <a:xfrm>
            <a:off x="1726387" y="4615891"/>
            <a:ext cx="402336" cy="402336"/>
          </a:xfrm>
          <a:prstGeom prst="rect">
            <a:avLst/>
          </a:prstGeom>
        </p:spPr>
      </p:pic>
      <p:sp>
        <p:nvSpPr>
          <p:cNvPr id="11"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2"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3"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4"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5"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6"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7"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8"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9"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20"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21"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6" name="Shape 1"/>
          <p:cNvSpPr/>
          <p:nvPr/>
        </p:nvSpPr>
        <p:spPr>
          <a:xfrm>
            <a:off x="548640" y="1417320"/>
            <a:ext cx="11094415" cy="731520"/>
          </a:xfrm>
          <a:prstGeom prst="roundRect">
            <a:avLst>
              <a:gd name="adj" fmla="val 10000"/>
            </a:avLst>
          </a:prstGeom>
          <a:solidFill>
            <a:srgbClr val="A2C4BE"/>
          </a:solidFill>
          <a:ln/>
        </p:spPr>
      </p:sp>
      <p:sp>
        <p:nvSpPr>
          <p:cNvPr id="7"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8"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9"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0" name="Shape 5"/>
          <p:cNvSpPr/>
          <p:nvPr/>
        </p:nvSpPr>
        <p:spPr>
          <a:xfrm>
            <a:off x="548640" y="2258568"/>
            <a:ext cx="11094415" cy="731520"/>
          </a:xfrm>
          <a:prstGeom prst="roundRect">
            <a:avLst>
              <a:gd name="adj" fmla="val 10000"/>
            </a:avLst>
          </a:prstGeom>
          <a:solidFill>
            <a:srgbClr val="FFFFFF"/>
          </a:solidFill>
          <a:ln/>
        </p:spPr>
      </p:sp>
      <p:sp>
        <p:nvSpPr>
          <p:cNvPr id="11"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2"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3"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4" name="Shape 9"/>
          <p:cNvSpPr/>
          <p:nvPr/>
        </p:nvSpPr>
        <p:spPr>
          <a:xfrm>
            <a:off x="548640" y="3099816"/>
            <a:ext cx="11094415" cy="731520"/>
          </a:xfrm>
          <a:prstGeom prst="roundRect">
            <a:avLst>
              <a:gd name="adj" fmla="val 10000"/>
            </a:avLst>
          </a:prstGeom>
          <a:solidFill>
            <a:srgbClr val="FFFFFF"/>
          </a:solidFill>
          <a:ln/>
        </p:spPr>
      </p:sp>
      <p:sp>
        <p:nvSpPr>
          <p:cNvPr id="15"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6"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7"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8" name="Shape 13"/>
          <p:cNvSpPr/>
          <p:nvPr/>
        </p:nvSpPr>
        <p:spPr>
          <a:xfrm>
            <a:off x="548640" y="3941064"/>
            <a:ext cx="11094415" cy="731520"/>
          </a:xfrm>
          <a:prstGeom prst="roundRect">
            <a:avLst>
              <a:gd name="adj" fmla="val 10000"/>
            </a:avLst>
          </a:prstGeom>
          <a:solidFill>
            <a:srgbClr val="FFFFFF"/>
          </a:solidFill>
          <a:ln/>
        </p:spPr>
      </p:sp>
      <p:sp>
        <p:nvSpPr>
          <p:cNvPr id="19"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20"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21"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2" name="Shape 17"/>
          <p:cNvSpPr/>
          <p:nvPr/>
        </p:nvSpPr>
        <p:spPr>
          <a:xfrm>
            <a:off x="548640" y="4782312"/>
            <a:ext cx="11094415" cy="731520"/>
          </a:xfrm>
          <a:prstGeom prst="roundRect">
            <a:avLst>
              <a:gd name="adj" fmla="val 10000"/>
            </a:avLst>
          </a:prstGeom>
          <a:solidFill>
            <a:srgbClr val="FFFFFF"/>
          </a:solidFill>
          <a:ln/>
        </p:spPr>
      </p:sp>
      <p:sp>
        <p:nvSpPr>
          <p:cNvPr id="23"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4"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5"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6"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6"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7"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8"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9"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10"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11"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2"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3"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4"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5"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6"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7"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8"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9"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20"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21"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2"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3"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4"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5"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6"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7"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8"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9"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30"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31"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2"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3"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4"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5"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6"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7"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8"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9"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40"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41"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2"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3"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4"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5"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6"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7"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8"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9"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50"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51"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2"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3"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4"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5"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6"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6" name="Shape 1"/>
          <p:cNvSpPr/>
          <p:nvPr/>
        </p:nvSpPr>
        <p:spPr>
          <a:xfrm>
            <a:off x="548640" y="1371600"/>
            <a:ext cx="6400800" cy="914400"/>
          </a:xfrm>
          <a:prstGeom prst="roundRect">
            <a:avLst>
              <a:gd name="adj" fmla="val 8000"/>
            </a:avLst>
          </a:prstGeom>
          <a:solidFill>
            <a:srgbClr val="FFFFFF"/>
          </a:solidFill>
          <a:ln/>
        </p:spPr>
      </p:sp>
      <p:sp>
        <p:nvSpPr>
          <p:cNvPr id="7"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18058" y="1649578"/>
            <a:ext cx="358445" cy="358445"/>
          </a:xfrm>
          <a:prstGeom prst="rect">
            <a:avLst/>
          </a:prstGeom>
        </p:spPr>
      </p:pic>
      <p:sp>
        <p:nvSpPr>
          <p:cNvPr id="9"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10"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11" name="Shape 5"/>
          <p:cNvSpPr/>
          <p:nvPr/>
        </p:nvSpPr>
        <p:spPr>
          <a:xfrm>
            <a:off x="548640" y="2414016"/>
            <a:ext cx="6400800" cy="914400"/>
          </a:xfrm>
          <a:prstGeom prst="roundRect">
            <a:avLst>
              <a:gd name="adj" fmla="val 8000"/>
            </a:avLst>
          </a:prstGeom>
          <a:solidFill>
            <a:srgbClr val="FFFFFF"/>
          </a:solidFill>
          <a:ln/>
        </p:spPr>
      </p:sp>
      <p:sp>
        <p:nvSpPr>
          <p:cNvPr id="12"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3" name="Image 3" descr="preencoded.png">    </p:cNvPr>
          <p:cNvPicPr>
            <a:picLocks noChangeAspect="1"/>
          </p:cNvPicPr>
          <p:nvPr/>
        </p:nvPicPr>
        <p:blipFill>
          <a:blip r:embed="rId4"/>
          <a:stretch>
            <a:fillRect/>
          </a:stretch>
        </p:blipFill>
        <p:spPr>
          <a:xfrm>
            <a:off x="918058" y="2691994"/>
            <a:ext cx="358445" cy="358445"/>
          </a:xfrm>
          <a:prstGeom prst="rect">
            <a:avLst/>
          </a:prstGeom>
        </p:spPr>
      </p:pic>
      <p:sp>
        <p:nvSpPr>
          <p:cNvPr id="14"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5"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6" name="Shape 9"/>
          <p:cNvSpPr/>
          <p:nvPr/>
        </p:nvSpPr>
        <p:spPr>
          <a:xfrm>
            <a:off x="548640" y="3456432"/>
            <a:ext cx="6400800" cy="914400"/>
          </a:xfrm>
          <a:prstGeom prst="roundRect">
            <a:avLst>
              <a:gd name="adj" fmla="val 8000"/>
            </a:avLst>
          </a:prstGeom>
          <a:solidFill>
            <a:srgbClr val="FFFFFF"/>
          </a:solidFill>
          <a:ln/>
        </p:spPr>
      </p:sp>
      <p:sp>
        <p:nvSpPr>
          <p:cNvPr id="17"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8" name="Image 4" descr="preencoded.png">    </p:cNvPr>
          <p:cNvPicPr>
            <a:picLocks noChangeAspect="1"/>
          </p:cNvPicPr>
          <p:nvPr/>
        </p:nvPicPr>
        <p:blipFill>
          <a:blip r:embed="rId5"/>
          <a:stretch>
            <a:fillRect/>
          </a:stretch>
        </p:blipFill>
        <p:spPr>
          <a:xfrm>
            <a:off x="918058" y="3734410"/>
            <a:ext cx="358445" cy="358445"/>
          </a:xfrm>
          <a:prstGeom prst="rect">
            <a:avLst/>
          </a:prstGeom>
        </p:spPr>
      </p:pic>
      <p:sp>
        <p:nvSpPr>
          <p:cNvPr id="19"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20"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21" name="Shape 13"/>
          <p:cNvSpPr/>
          <p:nvPr/>
        </p:nvSpPr>
        <p:spPr>
          <a:xfrm>
            <a:off x="548640" y="4498848"/>
            <a:ext cx="6400800" cy="914400"/>
          </a:xfrm>
          <a:prstGeom prst="roundRect">
            <a:avLst>
              <a:gd name="adj" fmla="val 8000"/>
            </a:avLst>
          </a:prstGeom>
          <a:solidFill>
            <a:srgbClr val="FFFFFF"/>
          </a:solidFill>
          <a:ln/>
        </p:spPr>
      </p:sp>
      <p:sp>
        <p:nvSpPr>
          <p:cNvPr id="22"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3" name="Image 5" descr="preencoded.png">    </p:cNvPr>
          <p:cNvPicPr>
            <a:picLocks noChangeAspect="1"/>
          </p:cNvPicPr>
          <p:nvPr/>
        </p:nvPicPr>
        <p:blipFill>
          <a:blip r:embed="rId6"/>
          <a:stretch>
            <a:fillRect/>
          </a:stretch>
        </p:blipFill>
        <p:spPr>
          <a:xfrm>
            <a:off x="918058" y="4776826"/>
            <a:ext cx="358445" cy="358445"/>
          </a:xfrm>
          <a:prstGeom prst="rect">
            <a:avLst/>
          </a:prstGeom>
        </p:spPr>
      </p:pic>
      <p:sp>
        <p:nvSpPr>
          <p:cNvPr id="24"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5"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6" name="Shape 17"/>
          <p:cNvSpPr/>
          <p:nvPr/>
        </p:nvSpPr>
        <p:spPr>
          <a:xfrm>
            <a:off x="7269480" y="1371600"/>
            <a:ext cx="4373575" cy="4041648"/>
          </a:xfrm>
          <a:prstGeom prst="roundRect">
            <a:avLst>
              <a:gd name="adj" fmla="val 1810"/>
            </a:avLst>
          </a:prstGeom>
          <a:solidFill>
            <a:srgbClr val="FFFFFF"/>
          </a:solidFill>
          <a:ln/>
        </p:spPr>
      </p:sp>
      <p:sp>
        <p:nvSpPr>
          <p:cNvPr id="27"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8"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9"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30"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31"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2" name="Shape 23"/>
          <p:cNvSpPr/>
          <p:nvPr/>
        </p:nvSpPr>
        <p:spPr>
          <a:xfrm>
            <a:off x="548640" y="5806440"/>
            <a:ext cx="11094415" cy="594360"/>
          </a:xfrm>
          <a:prstGeom prst="roundRect">
            <a:avLst>
              <a:gd name="adj" fmla="val 12308"/>
            </a:avLst>
          </a:prstGeom>
          <a:solidFill>
            <a:srgbClr val="1F7A7A"/>
          </a:solidFill>
          <a:ln/>
        </p:spPr>
      </p:sp>
      <p:pic>
        <p:nvPicPr>
          <p:cNvPr id="33" name="Image 6" descr="preencoded.png">    </p:cNvPr>
          <p:cNvPicPr>
            <a:picLocks noChangeAspect="1"/>
          </p:cNvPicPr>
          <p:nvPr/>
        </p:nvPicPr>
        <p:blipFill>
          <a:blip r:embed="rId7"/>
          <a:stretch>
            <a:fillRect/>
          </a:stretch>
        </p:blipFill>
        <p:spPr>
          <a:xfrm>
            <a:off x="822960" y="5875020"/>
            <a:ext cx="457200" cy="457200"/>
          </a:xfrm>
          <a:prstGeom prst="rect">
            <a:avLst/>
          </a:prstGeom>
        </p:spPr>
      </p:pic>
      <p:sp>
        <p:nvSpPr>
          <p:cNvPr id="34"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6" name="Shape 1"/>
          <p:cNvSpPr/>
          <p:nvPr/>
        </p:nvSpPr>
        <p:spPr>
          <a:xfrm>
            <a:off x="548640" y="1463040"/>
            <a:ext cx="3515258" cy="2331720"/>
          </a:xfrm>
          <a:prstGeom prst="roundRect">
            <a:avLst>
              <a:gd name="adj" fmla="val 3137"/>
            </a:avLst>
          </a:prstGeom>
          <a:solidFill>
            <a:srgbClr val="FFFFFF"/>
          </a:solidFill>
          <a:ln/>
        </p:spPr>
      </p:sp>
      <p:sp>
        <p:nvSpPr>
          <p:cNvPr id="7"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897941" y="1766621"/>
            <a:ext cx="307238" cy="307238"/>
          </a:xfrm>
          <a:prstGeom prst="rect">
            <a:avLst/>
          </a:prstGeom>
        </p:spPr>
      </p:pic>
      <p:sp>
        <p:nvSpPr>
          <p:cNvPr id="9"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10"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11" name="Shape 5"/>
          <p:cNvSpPr/>
          <p:nvPr/>
        </p:nvSpPr>
        <p:spPr>
          <a:xfrm>
            <a:off x="2306269" y="3822192"/>
            <a:ext cx="0" cy="292608"/>
          </a:xfrm>
          <a:prstGeom prst="line">
            <a:avLst/>
          </a:prstGeom>
          <a:noFill/>
          <a:ln w="25400">
            <a:solidFill>
              <a:srgbClr val="5F6B7A"/>
            </a:solidFill>
            <a:prstDash val="solid"/>
            <a:tailEnd type="triangle"/>
          </a:ln>
        </p:spPr>
      </p:sp>
      <p:sp>
        <p:nvSpPr>
          <p:cNvPr id="12" name="Shape 6"/>
          <p:cNvSpPr/>
          <p:nvPr/>
        </p:nvSpPr>
        <p:spPr>
          <a:xfrm>
            <a:off x="4338218" y="1463040"/>
            <a:ext cx="3515258" cy="2331720"/>
          </a:xfrm>
          <a:prstGeom prst="roundRect">
            <a:avLst>
              <a:gd name="adj" fmla="val 3137"/>
            </a:avLst>
          </a:prstGeom>
          <a:solidFill>
            <a:srgbClr val="FFFFFF"/>
          </a:solidFill>
          <a:ln/>
        </p:spPr>
      </p:sp>
      <p:sp>
        <p:nvSpPr>
          <p:cNvPr id="13"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4" name="Image 3" descr="preencoded.png">    </p:cNvPr>
          <p:cNvPicPr>
            <a:picLocks noChangeAspect="1"/>
          </p:cNvPicPr>
          <p:nvPr/>
        </p:nvPicPr>
        <p:blipFill>
          <a:blip r:embed="rId4"/>
          <a:stretch>
            <a:fillRect/>
          </a:stretch>
        </p:blipFill>
        <p:spPr>
          <a:xfrm>
            <a:off x="4687519" y="1766621"/>
            <a:ext cx="307238" cy="307238"/>
          </a:xfrm>
          <a:prstGeom prst="rect">
            <a:avLst/>
          </a:prstGeom>
        </p:spPr>
      </p:pic>
      <p:sp>
        <p:nvSpPr>
          <p:cNvPr id="15"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6"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7"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8"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9"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20"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21"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2"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3" name="Shape 16"/>
          <p:cNvSpPr/>
          <p:nvPr/>
        </p:nvSpPr>
        <p:spPr>
          <a:xfrm>
            <a:off x="6095848" y="3822192"/>
            <a:ext cx="0" cy="292608"/>
          </a:xfrm>
          <a:prstGeom prst="line">
            <a:avLst/>
          </a:prstGeom>
          <a:noFill/>
          <a:ln w="25400">
            <a:solidFill>
              <a:srgbClr val="5F6B7A"/>
            </a:solidFill>
            <a:prstDash val="solid"/>
            <a:tailEnd type="triangle"/>
          </a:ln>
        </p:spPr>
      </p:sp>
      <p:sp>
        <p:nvSpPr>
          <p:cNvPr id="24" name="Shape 17"/>
          <p:cNvSpPr/>
          <p:nvPr/>
        </p:nvSpPr>
        <p:spPr>
          <a:xfrm>
            <a:off x="8127797" y="1463040"/>
            <a:ext cx="3515258" cy="2331720"/>
          </a:xfrm>
          <a:prstGeom prst="roundRect">
            <a:avLst>
              <a:gd name="adj" fmla="val 3137"/>
            </a:avLst>
          </a:prstGeom>
          <a:solidFill>
            <a:srgbClr val="FFFFFF"/>
          </a:solidFill>
          <a:ln/>
        </p:spPr>
      </p:sp>
      <p:sp>
        <p:nvSpPr>
          <p:cNvPr id="25"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6" name="Image 4" descr="preencoded.png">    </p:cNvPr>
          <p:cNvPicPr>
            <a:picLocks noChangeAspect="1"/>
          </p:cNvPicPr>
          <p:nvPr/>
        </p:nvPicPr>
        <p:blipFill>
          <a:blip r:embed="rId5"/>
          <a:stretch>
            <a:fillRect/>
          </a:stretch>
        </p:blipFill>
        <p:spPr>
          <a:xfrm>
            <a:off x="8477098" y="1766621"/>
            <a:ext cx="307238" cy="307238"/>
          </a:xfrm>
          <a:prstGeom prst="rect">
            <a:avLst/>
          </a:prstGeom>
        </p:spPr>
      </p:pic>
      <p:sp>
        <p:nvSpPr>
          <p:cNvPr id="27"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8"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9" name="Shape 21"/>
          <p:cNvSpPr/>
          <p:nvPr/>
        </p:nvSpPr>
        <p:spPr>
          <a:xfrm>
            <a:off x="9885426" y="3822192"/>
            <a:ext cx="0" cy="292608"/>
          </a:xfrm>
          <a:prstGeom prst="line">
            <a:avLst/>
          </a:prstGeom>
          <a:noFill/>
          <a:ln w="25400">
            <a:solidFill>
              <a:srgbClr val="5F6B7A"/>
            </a:solidFill>
            <a:prstDash val="solid"/>
            <a:tailEnd type="triangle"/>
          </a:ln>
        </p:spPr>
      </p:sp>
      <p:sp>
        <p:nvSpPr>
          <p:cNvPr id="30"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31" name="Shape 23"/>
          <p:cNvSpPr/>
          <p:nvPr/>
        </p:nvSpPr>
        <p:spPr>
          <a:xfrm>
            <a:off x="548640" y="5074920"/>
            <a:ext cx="11094415" cy="731520"/>
          </a:xfrm>
          <a:prstGeom prst="roundRect">
            <a:avLst>
              <a:gd name="adj" fmla="val 10000"/>
            </a:avLst>
          </a:prstGeom>
          <a:solidFill>
            <a:srgbClr val="1F7A7A"/>
          </a:solidFill>
          <a:ln/>
        </p:spPr>
      </p:sp>
      <p:pic>
        <p:nvPicPr>
          <p:cNvPr id="32" name="Image 5" descr="preencoded.png">    </p:cNvPr>
          <p:cNvPicPr>
            <a:picLocks noChangeAspect="1"/>
          </p:cNvPicPr>
          <p:nvPr/>
        </p:nvPicPr>
        <p:blipFill>
          <a:blip r:embed="rId6"/>
          <a:stretch>
            <a:fillRect/>
          </a:stretch>
        </p:blipFill>
        <p:spPr>
          <a:xfrm>
            <a:off x="822960" y="5212080"/>
            <a:ext cx="457200" cy="457200"/>
          </a:xfrm>
          <a:prstGeom prst="rect">
            <a:avLst/>
          </a:prstGeom>
        </p:spPr>
      </p:pic>
      <p:sp>
        <p:nvSpPr>
          <p:cNvPr id="33"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6"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7"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8"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9" name="Shape 4"/>
          <p:cNvSpPr/>
          <p:nvPr/>
        </p:nvSpPr>
        <p:spPr>
          <a:xfrm>
            <a:off x="548640" y="1783080"/>
            <a:ext cx="2008571" cy="3566160"/>
          </a:xfrm>
          <a:prstGeom prst="roundRect">
            <a:avLst>
              <a:gd name="adj" fmla="val 3642"/>
            </a:avLst>
          </a:prstGeom>
          <a:solidFill>
            <a:srgbClr val="FFFFFF"/>
          </a:solidFill>
          <a:ln/>
        </p:spPr>
      </p:sp>
      <p:sp>
        <p:nvSpPr>
          <p:cNvPr id="10"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11" name="Image 2" descr="preencoded.png">    </p:cNvPr>
          <p:cNvPicPr>
            <a:picLocks noChangeAspect="1"/>
          </p:cNvPicPr>
          <p:nvPr/>
        </p:nvPicPr>
        <p:blipFill>
          <a:blip r:embed="rId3"/>
          <a:stretch>
            <a:fillRect/>
          </a:stretch>
        </p:blipFill>
        <p:spPr>
          <a:xfrm>
            <a:off x="852221" y="2086661"/>
            <a:ext cx="307238" cy="307238"/>
          </a:xfrm>
          <a:prstGeom prst="rect">
            <a:avLst/>
          </a:prstGeom>
        </p:spPr>
      </p:pic>
      <p:sp>
        <p:nvSpPr>
          <p:cNvPr id="12"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3"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4"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5"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6"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7"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8"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9"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20" name="Shape 14"/>
          <p:cNvSpPr/>
          <p:nvPr/>
        </p:nvSpPr>
        <p:spPr>
          <a:xfrm>
            <a:off x="2740091" y="1783080"/>
            <a:ext cx="2008571" cy="3566160"/>
          </a:xfrm>
          <a:prstGeom prst="roundRect">
            <a:avLst>
              <a:gd name="adj" fmla="val 3642"/>
            </a:avLst>
          </a:prstGeom>
          <a:solidFill>
            <a:srgbClr val="FFFFFF"/>
          </a:solidFill>
          <a:ln/>
        </p:spPr>
      </p:sp>
      <p:sp>
        <p:nvSpPr>
          <p:cNvPr id="21"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3043672" y="2086661"/>
            <a:ext cx="307238" cy="307238"/>
          </a:xfrm>
          <a:prstGeom prst="rect">
            <a:avLst/>
          </a:prstGeom>
        </p:spPr>
      </p:pic>
      <p:sp>
        <p:nvSpPr>
          <p:cNvPr id="23"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4"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5"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6"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7"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8"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9" name="Shape 22"/>
          <p:cNvSpPr/>
          <p:nvPr/>
        </p:nvSpPr>
        <p:spPr>
          <a:xfrm>
            <a:off x="4931542" y="1783080"/>
            <a:ext cx="2008571" cy="3566160"/>
          </a:xfrm>
          <a:prstGeom prst="roundRect">
            <a:avLst>
              <a:gd name="adj" fmla="val 3642"/>
            </a:avLst>
          </a:prstGeom>
          <a:solidFill>
            <a:srgbClr val="FFFFFF"/>
          </a:solidFill>
          <a:ln/>
        </p:spPr>
      </p:sp>
      <p:sp>
        <p:nvSpPr>
          <p:cNvPr id="30"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5235123" y="2086661"/>
            <a:ext cx="307238" cy="307238"/>
          </a:xfrm>
          <a:prstGeom prst="rect">
            <a:avLst/>
          </a:prstGeom>
        </p:spPr>
      </p:pic>
      <p:sp>
        <p:nvSpPr>
          <p:cNvPr id="32"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3"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4"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5"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6"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7"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8"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9" name="Shape 31"/>
          <p:cNvSpPr/>
          <p:nvPr/>
        </p:nvSpPr>
        <p:spPr>
          <a:xfrm>
            <a:off x="7122993" y="1783080"/>
            <a:ext cx="2008571" cy="3566160"/>
          </a:xfrm>
          <a:prstGeom prst="roundRect">
            <a:avLst>
              <a:gd name="adj" fmla="val 3642"/>
            </a:avLst>
          </a:prstGeom>
          <a:solidFill>
            <a:srgbClr val="FFFFFF"/>
          </a:solidFill>
          <a:ln/>
        </p:spPr>
      </p:sp>
      <p:sp>
        <p:nvSpPr>
          <p:cNvPr id="40"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41" name="Image 5" descr="preencoded.png">    </p:cNvPr>
          <p:cNvPicPr>
            <a:picLocks noChangeAspect="1"/>
          </p:cNvPicPr>
          <p:nvPr/>
        </p:nvPicPr>
        <p:blipFill>
          <a:blip r:embed="rId6"/>
          <a:stretch>
            <a:fillRect/>
          </a:stretch>
        </p:blipFill>
        <p:spPr>
          <a:xfrm>
            <a:off x="7426574" y="2086661"/>
            <a:ext cx="307238" cy="307238"/>
          </a:xfrm>
          <a:prstGeom prst="rect">
            <a:avLst/>
          </a:prstGeom>
        </p:spPr>
      </p:pic>
      <p:sp>
        <p:nvSpPr>
          <p:cNvPr id="42"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3"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4" name="Text 35"/>
          <p:cNvSpPr/>
          <p:nvPr/>
        </p:nvSpPr>
        <p:spPr>
          <a:xfrm>
            <a:off x="7305873" y="3566160"/>
            <a:ext cx="343814" cy="274320"/>
          </a:xfrm>
          <a:prstGeom prst="roundRect">
            <a:avLst>
              <a:gd name="adj" fmla="val 46667"/>
            </a:avLst>
          </a:prstGeom>
          <a:solidFill>
            <a:srgbClr val="B91C1C"/>
          </a:solidFill>
          <a:ln/>
        </p:spPr>
        <p:txBody>
          <a:bodyPr wrap="non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on</a:t>
            </a:r>
            <a:endParaRPr lang="en-US" sz="1300" dirty="0"/>
          </a:p>
        </p:txBody>
      </p:sp>
      <p:sp>
        <p:nvSpPr>
          <p:cNvPr id="45"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6"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7" name="Shape 38"/>
          <p:cNvSpPr/>
          <p:nvPr/>
        </p:nvSpPr>
        <p:spPr>
          <a:xfrm>
            <a:off x="9634484" y="1783080"/>
            <a:ext cx="2008571" cy="3566160"/>
          </a:xfrm>
          <a:prstGeom prst="roundRect">
            <a:avLst>
              <a:gd name="adj" fmla="val 3642"/>
            </a:avLst>
          </a:prstGeom>
          <a:solidFill>
            <a:srgbClr val="A2C4BE"/>
          </a:solidFill>
          <a:ln/>
        </p:spPr>
      </p:sp>
      <p:sp>
        <p:nvSpPr>
          <p:cNvPr id="48"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9" name="Image 6" descr="preencoded.png">    </p:cNvPr>
          <p:cNvPicPr>
            <a:picLocks noChangeAspect="1"/>
          </p:cNvPicPr>
          <p:nvPr/>
        </p:nvPicPr>
        <p:blipFill>
          <a:blip r:embed="rId7"/>
          <a:stretch>
            <a:fillRect/>
          </a:stretch>
        </p:blipFill>
        <p:spPr>
          <a:xfrm>
            <a:off x="9938065" y="2086661"/>
            <a:ext cx="307238" cy="307238"/>
          </a:xfrm>
          <a:prstGeom prst="rect">
            <a:avLst/>
          </a:prstGeom>
        </p:spPr>
      </p:pic>
      <p:sp>
        <p:nvSpPr>
          <p:cNvPr id="50"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51"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2"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3"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4"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3863340"/>
            <a:ext cx="565328" cy="0"/>
          </a:xfrm>
          <a:prstGeom prst="line">
            <a:avLst/>
          </a:prstGeom>
          <a:noFill/>
          <a:ln w="25400">
            <a:solidFill>
              <a:srgbClr val="9AA6B3"/>
            </a:solidFill>
            <a:prstDash val="solid"/>
            <a:tailEnd type="triangle"/>
          </a:ln>
        </p:spPr>
      </p:sp>
      <p:sp>
        <p:nvSpPr>
          <p:cNvPr id="20" name="!!state-2#0"/>
          <p:cNvSpPr/>
          <p:nvPr/>
        </p:nvSpPr>
        <p:spPr>
          <a:xfrm>
            <a:off x="5227168" y="3246120"/>
            <a:ext cx="1737360" cy="1234440"/>
          </a:xfrm>
          <a:prstGeom prst="roundRect">
            <a:avLst>
              <a:gd name="adj" fmla="val 5926"/>
            </a:avLst>
          </a:prstGeom>
          <a:solidFill>
            <a:srgbClr val="E9EDF2"/>
          </a:solidFill>
          <a:ln/>
        </p:spPr>
      </p:sp>
      <p:sp>
        <p:nvSpPr>
          <p:cNvPr id="21"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3"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3863340"/>
            <a:ext cx="565328" cy="0"/>
          </a:xfrm>
          <a:prstGeom prst="line">
            <a:avLst/>
          </a:prstGeom>
          <a:noFill/>
          <a:ln w="25400">
            <a:solidFill>
              <a:srgbClr val="9AA6B3"/>
            </a:solidFill>
            <a:prstDash val="solid"/>
            <a:tailEnd type="triangle"/>
          </a:ln>
        </p:spPr>
      </p:sp>
      <p:sp>
        <p:nvSpPr>
          <p:cNvPr id="25" name="!!state-3#0"/>
          <p:cNvSpPr/>
          <p:nvPr/>
        </p:nvSpPr>
        <p:spPr>
          <a:xfrm>
            <a:off x="7566431" y="3246120"/>
            <a:ext cx="1737360" cy="1234440"/>
          </a:xfrm>
          <a:prstGeom prst="roundRect">
            <a:avLst>
              <a:gd name="adj" fmla="val 5926"/>
            </a:avLst>
          </a:prstGeom>
          <a:solidFill>
            <a:srgbClr val="E9EDF2"/>
          </a:solidFill>
          <a:ln/>
        </p:spPr>
      </p:sp>
      <p:sp>
        <p:nvSpPr>
          <p:cNvPr id="26"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8"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3863340"/>
            <a:ext cx="565328" cy="0"/>
          </a:xfrm>
          <a:prstGeom prst="line">
            <a:avLst/>
          </a:prstGeom>
          <a:noFill/>
          <a:ln w="25400">
            <a:solidFill>
              <a:srgbClr val="9AA6B3"/>
            </a:solidFill>
            <a:prstDash val="solid"/>
            <a:tailEnd type="triangle"/>
          </a:ln>
        </p:spPr>
      </p:sp>
      <p:sp>
        <p:nvSpPr>
          <p:cNvPr id="30" name="!!state-4#0"/>
          <p:cNvSpPr/>
          <p:nvPr/>
        </p:nvSpPr>
        <p:spPr>
          <a:xfrm>
            <a:off x="9905695" y="3246120"/>
            <a:ext cx="1737360" cy="1234440"/>
          </a:xfrm>
          <a:prstGeom prst="roundRect">
            <a:avLst>
              <a:gd name="adj" fmla="val 5926"/>
            </a:avLst>
          </a:prstGeom>
          <a:solidFill>
            <a:srgbClr val="E9EDF2"/>
          </a:solidFill>
          <a:ln/>
        </p:spPr>
      </p:sp>
      <p:sp>
        <p:nvSpPr>
          <p:cNvPr id="31"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3"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25400">
            <a:solidFill>
              <a:srgbClr val="9AA6B3"/>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E9EDF2"/>
          </a:solidFill>
          <a:ln/>
        </p:spPr>
      </p:sp>
      <p:sp>
        <p:nvSpPr>
          <p:cNvPr id="21"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25400">
            <a:solidFill>
              <a:srgbClr val="9AA6B3"/>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E9EDF2"/>
          </a:solidFill>
          <a:ln/>
        </p:spPr>
      </p:sp>
      <p:sp>
        <p:nvSpPr>
          <p:cNvPr id="26"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25400">
            <a:solidFill>
              <a:srgbClr val="9AA6B3"/>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E9EDF2"/>
          </a:solidFill>
          <a:ln/>
        </p:spPr>
      </p:sp>
      <p:sp>
        <p:nvSpPr>
          <p:cNvPr id="31"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38"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39"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40"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41"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42"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43" name="!!ring#0"/>
          <p:cNvSpPr/>
          <p:nvPr/>
        </p:nvSpPr>
        <p:spPr>
          <a:xfrm>
            <a:off x="2842184"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A6BCD6"/>
          </a:solidFill>
          <a:ln/>
        </p:spPr>
      </p:sp>
      <p:sp>
        <p:nvSpPr>
          <p:cNvPr id="21" name="!!state-2#1"/>
          <p:cNvSpPr/>
          <p:nvPr/>
        </p:nvSpPr>
        <p:spPr>
          <a:xfrm>
            <a:off x="586724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25400">
            <a:solidFill>
              <a:srgbClr val="9AA6B3"/>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E9EDF2"/>
          </a:solidFill>
          <a:ln/>
        </p:spPr>
      </p:sp>
      <p:sp>
        <p:nvSpPr>
          <p:cNvPr id="26"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25400">
            <a:solidFill>
              <a:srgbClr val="9AA6B3"/>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E9EDF2"/>
          </a:solidFill>
          <a:ln/>
        </p:spPr>
      </p:sp>
      <p:sp>
        <p:nvSpPr>
          <p:cNvPr id="31"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38"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39"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0"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1"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42"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3"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44"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5"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6"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47" name="!!ring#0"/>
          <p:cNvSpPr/>
          <p:nvPr/>
        </p:nvSpPr>
        <p:spPr>
          <a:xfrm>
            <a:off x="5181448"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A6BCD6"/>
          </a:solidFill>
          <a:ln/>
        </p:spPr>
      </p:sp>
      <p:sp>
        <p:nvSpPr>
          <p:cNvPr id="21" name="!!state-2#1"/>
          <p:cNvSpPr/>
          <p:nvPr/>
        </p:nvSpPr>
        <p:spPr>
          <a:xfrm>
            <a:off x="586724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44450">
            <a:solidFill>
              <a:srgbClr val="1B365D"/>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AEB7C2"/>
          </a:solidFill>
          <a:ln/>
        </p:spPr>
      </p:sp>
      <p:sp>
        <p:nvSpPr>
          <p:cNvPr id="26" name="!!state-3#1"/>
          <p:cNvSpPr/>
          <p:nvPr/>
        </p:nvSpPr>
        <p:spPr>
          <a:xfrm>
            <a:off x="8206511" y="2075688"/>
            <a:ext cx="457200" cy="457200"/>
          </a:xfrm>
          <a:prstGeom prst="ellipse">
            <a:avLst/>
          </a:prstGeom>
          <a:solidFill>
            <a:srgbClr val="5F6B7A"/>
          </a:solidFill>
          <a:ln w="12700">
            <a:solidFill>
              <a:srgbClr val="5F6B7A"/>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44450">
            <a:solidFill>
              <a:srgbClr val="1B365D"/>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A6BCD6"/>
          </a:solidFill>
          <a:ln/>
        </p:spPr>
      </p:sp>
      <p:sp>
        <p:nvSpPr>
          <p:cNvPr id="31"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38"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39"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3863340"/>
            <a:ext cx="565328" cy="0"/>
          </a:xfrm>
          <a:prstGeom prst="line">
            <a:avLst/>
          </a:prstGeom>
          <a:noFill/>
          <a:ln w="25400">
            <a:solidFill>
              <a:srgbClr val="9AA6B3"/>
            </a:solidFill>
            <a:prstDash val="solid"/>
            <a:tailEnd type="triangle"/>
          </a:ln>
        </p:spPr>
      </p:sp>
      <p:sp>
        <p:nvSpPr>
          <p:cNvPr id="20" name="!!state-2#0"/>
          <p:cNvSpPr/>
          <p:nvPr/>
        </p:nvSpPr>
        <p:spPr>
          <a:xfrm>
            <a:off x="5227168" y="3246120"/>
            <a:ext cx="1737360" cy="1234440"/>
          </a:xfrm>
          <a:prstGeom prst="roundRect">
            <a:avLst>
              <a:gd name="adj" fmla="val 5926"/>
            </a:avLst>
          </a:prstGeom>
          <a:solidFill>
            <a:srgbClr val="E9EDF2"/>
          </a:solidFill>
          <a:ln/>
        </p:spPr>
      </p:sp>
      <p:sp>
        <p:nvSpPr>
          <p:cNvPr id="21"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3"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3246120"/>
            <a:ext cx="1737360" cy="1234440"/>
          </a:xfrm>
          <a:prstGeom prst="roundRect">
            <a:avLst>
              <a:gd name="adj" fmla="val 5926"/>
            </a:avLst>
          </a:prstGeom>
          <a:solidFill>
            <a:srgbClr val="E9EDF2"/>
          </a:solidFill>
          <a:ln/>
        </p:spPr>
      </p:sp>
      <p:sp>
        <p:nvSpPr>
          <p:cNvPr id="25"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7"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3246120"/>
            <a:ext cx="1737360" cy="1234440"/>
          </a:xfrm>
          <a:prstGeom prst="roundRect">
            <a:avLst>
              <a:gd name="adj" fmla="val 5926"/>
            </a:avLst>
          </a:prstGeom>
          <a:solidFill>
            <a:srgbClr val="E9EDF2"/>
          </a:solidFill>
          <a:ln/>
        </p:spPr>
      </p:sp>
      <p:sp>
        <p:nvSpPr>
          <p:cNvPr id="29"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1"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FFB282"/>
          </a:solidFill>
          <a:ln/>
        </p:spPr>
      </p:sp>
      <p:sp>
        <p:nvSpPr>
          <p:cNvPr id="21" name="!!state-2#1"/>
          <p:cNvSpPr/>
          <p:nvPr/>
        </p:nvSpPr>
        <p:spPr>
          <a:xfrm>
            <a:off x="5867248" y="2075688"/>
            <a:ext cx="457200" cy="457200"/>
          </a:xfrm>
          <a:prstGeom prst="ellipse">
            <a:avLst/>
          </a:prstGeom>
          <a:solidFill>
            <a:srgbClr val="1B365D"/>
          </a:solidFill>
          <a:ln w="12700">
            <a:solidFill>
              <a:srgbClr val="1B365D"/>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1965960"/>
            <a:ext cx="1737360" cy="1234440"/>
          </a:xfrm>
          <a:prstGeom prst="roundRect">
            <a:avLst>
              <a:gd name="adj" fmla="val 5926"/>
            </a:avLst>
          </a:prstGeom>
          <a:solidFill>
            <a:srgbClr val="E9EDF2"/>
          </a:solidFill>
          <a:ln/>
        </p:spPr>
      </p:sp>
      <p:sp>
        <p:nvSpPr>
          <p:cNvPr id="25"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7"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1965960"/>
            <a:ext cx="1737360" cy="1234440"/>
          </a:xfrm>
          <a:prstGeom prst="roundRect">
            <a:avLst>
              <a:gd name="adj" fmla="val 5926"/>
            </a:avLst>
          </a:prstGeom>
          <a:solidFill>
            <a:srgbClr val="E9EDF2"/>
          </a:solidFill>
          <a:ln/>
        </p:spPr>
      </p:sp>
      <p:sp>
        <p:nvSpPr>
          <p:cNvPr id="29"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1"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card#0"/>
          <p:cNvSpPr/>
          <p:nvPr/>
        </p:nvSpPr>
        <p:spPr>
          <a:xfrm>
            <a:off x="548640" y="3749040"/>
            <a:ext cx="11094415" cy="2423160"/>
          </a:xfrm>
          <a:prstGeom prst="roundRect">
            <a:avLst>
              <a:gd name="adj" fmla="val 3019"/>
            </a:avLst>
          </a:prstGeom>
          <a:solidFill>
            <a:srgbClr val="FFFFFF"/>
          </a:solidFill>
          <a:ln/>
        </p:spPr>
      </p:sp>
      <p:sp>
        <p:nvSpPr>
          <p:cNvPr id="33"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4"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5"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36"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37"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38"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39"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40"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1" name="panel-2#5"/>
          <p:cNvSpPr/>
          <p:nvPr/>
        </p:nvSpPr>
        <p:spPr>
          <a:xfrm>
            <a:off x="777240" y="4992624"/>
            <a:ext cx="2039661" cy="530352"/>
          </a:xfrm>
          <a:prstGeom prst="roundRect">
            <a:avLst>
              <a:gd name="adj" fmla="val 13793"/>
            </a:avLst>
          </a:prstGeom>
          <a:solidFill>
            <a:srgbClr val="FFB282"/>
          </a:solidFill>
          <a:ln w="12700">
            <a:solidFill>
              <a:srgbClr val="FFB282"/>
            </a:solidFill>
          </a:ln>
        </p:spPr>
        <p:txBody>
          <a:bodyPr wrap="square" lIns="91440" tIns="27432" rIns="91440" bIns="27432" rtlCol="0" anchor="ctr"/>
          <a:lstStyle/>
          <a:p>
            <a:pPr algn="l" indent="0" marL="0">
              <a:buNone/>
            </a:pPr>
            <a:r>
              <a:rPr lang="en-US" sz="1400" dirty="0">
                <a:solidFill>
                  <a:srgbClr val="1B365D"/>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blocks  0.99</a:t>
            </a:r>
            <a:endParaRPr lang="en-US" sz="1600" dirty="0"/>
          </a:p>
        </p:txBody>
      </p:sp>
      <p:sp>
        <p:nvSpPr>
          <p:cNvPr id="42"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3"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4"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45" name="!!ring#0"/>
          <p:cNvSpPr/>
          <p:nvPr/>
        </p:nvSpPr>
        <p:spPr>
          <a:xfrm>
            <a:off x="5181448"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FFB282"/>
          </a:solidFill>
          <a:ln/>
        </p:spPr>
      </p:sp>
      <p:sp>
        <p:nvSpPr>
          <p:cNvPr id="21" name="!!state-2#1"/>
          <p:cNvSpPr/>
          <p:nvPr/>
        </p:nvSpPr>
        <p:spPr>
          <a:xfrm>
            <a:off x="5867248" y="2075688"/>
            <a:ext cx="457200" cy="457200"/>
          </a:xfrm>
          <a:prstGeom prst="ellipse">
            <a:avLst/>
          </a:prstGeom>
          <a:solidFill>
            <a:srgbClr val="1B365D"/>
          </a:solidFill>
          <a:ln w="12700">
            <a:solidFill>
              <a:srgbClr val="1B365D"/>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1965960"/>
            <a:ext cx="1737360" cy="1234440"/>
          </a:xfrm>
          <a:prstGeom prst="roundRect">
            <a:avLst>
              <a:gd name="adj" fmla="val 5926"/>
            </a:avLst>
          </a:prstGeom>
          <a:solidFill>
            <a:srgbClr val="E9EDF2"/>
          </a:solidFill>
          <a:ln/>
        </p:spPr>
      </p:sp>
      <p:sp>
        <p:nvSpPr>
          <p:cNvPr id="25"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7"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1965960"/>
            <a:ext cx="1737360" cy="1234440"/>
          </a:xfrm>
          <a:prstGeom prst="roundRect">
            <a:avLst>
              <a:gd name="adj" fmla="val 5926"/>
            </a:avLst>
          </a:prstGeom>
          <a:solidFill>
            <a:srgbClr val="A6BCD6"/>
          </a:solidFill>
          <a:ln/>
        </p:spPr>
      </p:sp>
      <p:sp>
        <p:nvSpPr>
          <p:cNvPr id="29"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1"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deny#0"/>
          <p:cNvSpPr/>
          <p:nvPr/>
        </p:nvSpPr>
        <p:spPr>
          <a:xfrm>
            <a:off x="6095848" y="3200400"/>
            <a:ext cx="0" cy="201168"/>
          </a:xfrm>
          <a:prstGeom prst="line">
            <a:avLst/>
          </a:prstGeom>
          <a:noFill/>
          <a:ln w="44450">
            <a:solidFill>
              <a:srgbClr val="BA5C10"/>
            </a:solidFill>
            <a:prstDash val="solid"/>
          </a:ln>
        </p:spPr>
      </p:sp>
      <p:sp>
        <p:nvSpPr>
          <p:cNvPr id="33" name="!!deny#1"/>
          <p:cNvSpPr/>
          <p:nvPr/>
        </p:nvSpPr>
        <p:spPr>
          <a:xfrm>
            <a:off x="6095848" y="3401568"/>
            <a:ext cx="4678528" cy="0"/>
          </a:xfrm>
          <a:prstGeom prst="line">
            <a:avLst/>
          </a:prstGeom>
          <a:noFill/>
          <a:ln w="44450">
            <a:solidFill>
              <a:srgbClr val="BA5C10"/>
            </a:solidFill>
            <a:prstDash val="solid"/>
          </a:ln>
        </p:spPr>
      </p:sp>
      <p:sp>
        <p:nvSpPr>
          <p:cNvPr id="34" name="!!deny#2"/>
          <p:cNvSpPr/>
          <p:nvPr/>
        </p:nvSpPr>
        <p:spPr>
          <a:xfrm flipV="1">
            <a:off x="10774375" y="3200400"/>
            <a:ext cx="0" cy="201168"/>
          </a:xfrm>
          <a:prstGeom prst="line">
            <a:avLst/>
          </a:prstGeom>
          <a:noFill/>
          <a:ln w="44450">
            <a:solidFill>
              <a:srgbClr val="BA5C10"/>
            </a:solidFill>
            <a:prstDash val="solid"/>
            <a:tailEnd type="triangle"/>
          </a:ln>
        </p:spPr>
      </p:sp>
      <p:sp>
        <p:nvSpPr>
          <p:cNvPr id="35" name="!!deny#3"/>
          <p:cNvSpPr/>
          <p:nvPr/>
        </p:nvSpPr>
        <p:spPr>
          <a:xfrm>
            <a:off x="6095848" y="3429000"/>
            <a:ext cx="467852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36" name="!!skipped#0"/>
          <p:cNvSpPr/>
          <p:nvPr/>
        </p:nvSpPr>
        <p:spPr>
          <a:xfrm>
            <a:off x="7566431" y="2898648"/>
            <a:ext cx="1737360" cy="256032"/>
          </a:xfrm>
          <a:prstGeom prst="rect">
            <a:avLst/>
          </a:prstGeom>
          <a:noFill/>
          <a:ln/>
        </p:spPr>
        <p:txBody>
          <a:bodyPr wrap="square" lIns="0" tIns="0" rIns="0" bIns="0" rtlCol="0" anchor="ctr"/>
          <a:lstStyle/>
          <a:p>
            <a:pPr algn="ctr" indent="0" marL="0">
              <a:buNone/>
            </a:pPr>
            <a:r>
              <a:rPr lang="en-US" sz="1400" b="1" dirty="0">
                <a:solidFill>
                  <a:srgbClr val="BA5C10"/>
                </a:solidFill>
                <a:latin typeface="Calibri" pitchFamily="34" charset="0"/>
                <a:ea typeface="Calibri" pitchFamily="34" charset="-122"/>
                <a:cs typeface="Calibri" pitchFamily="34" charset="-120"/>
              </a:rPr>
              <a:t>skipped</a:t>
            </a:r>
            <a:endParaRPr lang="en-US" sz="1400" dirty="0"/>
          </a:p>
        </p:txBody>
      </p:sp>
      <p:sp>
        <p:nvSpPr>
          <p:cNvPr id="37" name="!!card#0"/>
          <p:cNvSpPr/>
          <p:nvPr/>
        </p:nvSpPr>
        <p:spPr>
          <a:xfrm>
            <a:off x="548640" y="3749040"/>
            <a:ext cx="11094415" cy="2423160"/>
          </a:xfrm>
          <a:prstGeom prst="roundRect">
            <a:avLst>
              <a:gd name="adj" fmla="val 3019"/>
            </a:avLst>
          </a:prstGeom>
          <a:solidFill>
            <a:srgbClr val="FFFFFF"/>
          </a:solidFill>
          <a:ln/>
        </p:spPr>
      </p:sp>
      <p:sp>
        <p:nvSpPr>
          <p:cNvPr id="3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42"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3246120"/>
            <a:ext cx="1737360" cy="1234440"/>
          </a:xfrm>
          <a:prstGeom prst="roundRect">
            <a:avLst>
              <a:gd name="adj" fmla="val 5926"/>
            </a:avLst>
          </a:prstGeom>
          <a:solidFill>
            <a:srgbClr val="E9EDF2"/>
          </a:solidFill>
          <a:ln/>
        </p:spPr>
      </p:sp>
      <p:sp>
        <p:nvSpPr>
          <p:cNvPr id="20"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2"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3246120"/>
            <a:ext cx="1737360" cy="1234440"/>
          </a:xfrm>
          <a:prstGeom prst="roundRect">
            <a:avLst>
              <a:gd name="adj" fmla="val 5926"/>
            </a:avLst>
          </a:prstGeom>
          <a:solidFill>
            <a:srgbClr val="E9EDF2"/>
          </a:solidFill>
          <a:ln/>
        </p:spPr>
      </p:sp>
      <p:sp>
        <p:nvSpPr>
          <p:cNvPr id="24"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6"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3246120"/>
            <a:ext cx="1737360" cy="1234440"/>
          </a:xfrm>
          <a:prstGeom prst="roundRect">
            <a:avLst>
              <a:gd name="adj" fmla="val 5926"/>
            </a:avLst>
          </a:prstGeom>
          <a:solidFill>
            <a:srgbClr val="E9EDF2"/>
          </a:solidFill>
          <a:ln/>
        </p:spPr>
      </p:sp>
      <p:sp>
        <p:nvSpPr>
          <p:cNvPr id="28"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29"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0"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1"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BE4F4F"/>
          </a:solidFill>
          <a:ln/>
        </p:spPr>
      </p:sp>
      <p:sp>
        <p:nvSpPr>
          <p:cNvPr id="16" name="!!state-1#1"/>
          <p:cNvSpPr/>
          <p:nvPr/>
        </p:nvSpPr>
        <p:spPr>
          <a:xfrm>
            <a:off x="3527984"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1965960"/>
            <a:ext cx="1737360" cy="1234440"/>
          </a:xfrm>
          <a:prstGeom prst="roundRect">
            <a:avLst>
              <a:gd name="adj" fmla="val 5926"/>
            </a:avLst>
          </a:prstGeom>
          <a:solidFill>
            <a:srgbClr val="E9EDF2"/>
          </a:solidFill>
          <a:ln/>
        </p:spPr>
      </p:sp>
      <p:sp>
        <p:nvSpPr>
          <p:cNvPr id="20"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2"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1965960"/>
            <a:ext cx="1737360" cy="1234440"/>
          </a:xfrm>
          <a:prstGeom prst="roundRect">
            <a:avLst>
              <a:gd name="adj" fmla="val 5926"/>
            </a:avLst>
          </a:prstGeom>
          <a:solidFill>
            <a:srgbClr val="E9EDF2"/>
          </a:solidFill>
          <a:ln/>
        </p:spPr>
      </p:sp>
      <p:sp>
        <p:nvSpPr>
          <p:cNvPr id="24"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6"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1965960"/>
            <a:ext cx="1737360" cy="1234440"/>
          </a:xfrm>
          <a:prstGeom prst="roundRect">
            <a:avLst>
              <a:gd name="adj" fmla="val 5926"/>
            </a:avLst>
          </a:prstGeom>
          <a:solidFill>
            <a:srgbClr val="E9EDF2"/>
          </a:solidFill>
          <a:ln/>
        </p:spPr>
      </p:sp>
      <p:sp>
        <p:nvSpPr>
          <p:cNvPr id="28"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29"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0"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1" name="!!card#0"/>
          <p:cNvSpPr/>
          <p:nvPr/>
        </p:nvSpPr>
        <p:spPr>
          <a:xfrm>
            <a:off x="548640" y="3749040"/>
            <a:ext cx="11094415" cy="2423160"/>
          </a:xfrm>
          <a:prstGeom prst="roundRect">
            <a:avLst>
              <a:gd name="adj" fmla="val 3019"/>
            </a:avLst>
          </a:prstGeom>
          <a:solidFill>
            <a:srgbClr val="FFFFFF"/>
          </a:solidFill>
          <a:ln/>
        </p:spPr>
      </p:sp>
      <p:sp>
        <p:nvSpPr>
          <p:cNvPr id="32"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3"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4"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35"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36"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37"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38"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39"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40" name="!!ring#0"/>
          <p:cNvSpPr/>
          <p:nvPr/>
        </p:nvSpPr>
        <p:spPr>
          <a:xfrm>
            <a:off x="2842184"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BE4F4F"/>
          </a:solidFill>
          <a:ln/>
        </p:spPr>
      </p:sp>
      <p:sp>
        <p:nvSpPr>
          <p:cNvPr id="16" name="!!state-1#1"/>
          <p:cNvSpPr/>
          <p:nvPr/>
        </p:nvSpPr>
        <p:spPr>
          <a:xfrm>
            <a:off x="3527984"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1965960"/>
            <a:ext cx="1737360" cy="1234440"/>
          </a:xfrm>
          <a:prstGeom prst="roundRect">
            <a:avLst>
              <a:gd name="adj" fmla="val 5926"/>
            </a:avLst>
          </a:prstGeom>
          <a:solidFill>
            <a:srgbClr val="E9EDF2"/>
          </a:solidFill>
          <a:ln/>
        </p:spPr>
      </p:sp>
      <p:sp>
        <p:nvSpPr>
          <p:cNvPr id="20"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2"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1965960"/>
            <a:ext cx="1737360" cy="1234440"/>
          </a:xfrm>
          <a:prstGeom prst="roundRect">
            <a:avLst>
              <a:gd name="adj" fmla="val 5926"/>
            </a:avLst>
          </a:prstGeom>
          <a:solidFill>
            <a:srgbClr val="E9EDF2"/>
          </a:solidFill>
          <a:ln/>
        </p:spPr>
      </p:sp>
      <p:sp>
        <p:nvSpPr>
          <p:cNvPr id="24"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6"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1965960"/>
            <a:ext cx="1737360" cy="1234440"/>
          </a:xfrm>
          <a:prstGeom prst="roundRect">
            <a:avLst>
              <a:gd name="adj" fmla="val 5926"/>
            </a:avLst>
          </a:prstGeom>
          <a:solidFill>
            <a:srgbClr val="A6BCD6"/>
          </a:solidFill>
          <a:ln/>
        </p:spPr>
      </p:sp>
      <p:sp>
        <p:nvSpPr>
          <p:cNvPr id="28"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29"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0"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1" name="!!deny#0"/>
          <p:cNvSpPr/>
          <p:nvPr/>
        </p:nvSpPr>
        <p:spPr>
          <a:xfrm>
            <a:off x="3756584" y="3200400"/>
            <a:ext cx="0" cy="201168"/>
          </a:xfrm>
          <a:prstGeom prst="line">
            <a:avLst/>
          </a:prstGeom>
          <a:noFill/>
          <a:ln w="44450">
            <a:solidFill>
              <a:srgbClr val="BE4F4F"/>
            </a:solidFill>
            <a:prstDash val="solid"/>
          </a:ln>
        </p:spPr>
      </p:sp>
      <p:sp>
        <p:nvSpPr>
          <p:cNvPr id="32" name="!!deny#1"/>
          <p:cNvSpPr/>
          <p:nvPr/>
        </p:nvSpPr>
        <p:spPr>
          <a:xfrm>
            <a:off x="3756584" y="3401568"/>
            <a:ext cx="7017791" cy="0"/>
          </a:xfrm>
          <a:prstGeom prst="line">
            <a:avLst/>
          </a:prstGeom>
          <a:noFill/>
          <a:ln w="44450">
            <a:solidFill>
              <a:srgbClr val="BE4F4F"/>
            </a:solidFill>
            <a:prstDash val="solid"/>
          </a:ln>
        </p:spPr>
      </p:sp>
      <p:sp>
        <p:nvSpPr>
          <p:cNvPr id="33" name="!!deny#2"/>
          <p:cNvSpPr/>
          <p:nvPr/>
        </p:nvSpPr>
        <p:spPr>
          <a:xfrm flipV="1">
            <a:off x="10774375" y="3200400"/>
            <a:ext cx="0" cy="201168"/>
          </a:xfrm>
          <a:prstGeom prst="line">
            <a:avLst/>
          </a:prstGeom>
          <a:noFill/>
          <a:ln w="44450">
            <a:solidFill>
              <a:srgbClr val="BE4F4F"/>
            </a:solidFill>
            <a:prstDash val="solid"/>
            <a:tailEnd type="triangle"/>
          </a:ln>
        </p:spPr>
      </p:sp>
      <p:sp>
        <p:nvSpPr>
          <p:cNvPr id="34" name="!!deny#3"/>
          <p:cNvSpPr/>
          <p:nvPr/>
        </p:nvSpPr>
        <p:spPr>
          <a:xfrm>
            <a:off x="3756584" y="3429000"/>
            <a:ext cx="7017791"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35" name="!!skipped#0"/>
          <p:cNvSpPr/>
          <p:nvPr/>
        </p:nvSpPr>
        <p:spPr>
          <a:xfrm>
            <a:off x="5227168" y="2898648"/>
            <a:ext cx="173736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36" name="!!skipped#1"/>
          <p:cNvSpPr/>
          <p:nvPr/>
        </p:nvSpPr>
        <p:spPr>
          <a:xfrm>
            <a:off x="7566431" y="2898648"/>
            <a:ext cx="173736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37" name="!!card#0"/>
          <p:cNvSpPr/>
          <p:nvPr/>
        </p:nvSpPr>
        <p:spPr>
          <a:xfrm>
            <a:off x="548640" y="3749040"/>
            <a:ext cx="11094415" cy="2423160"/>
          </a:xfrm>
          <a:prstGeom prst="roundRect">
            <a:avLst>
              <a:gd name="adj" fmla="val 3019"/>
            </a:avLst>
          </a:prstGeom>
          <a:solidFill>
            <a:srgbClr val="FFFFFF"/>
          </a:solidFill>
          <a:ln/>
        </p:spPr>
      </p:sp>
      <p:sp>
        <p:nvSpPr>
          <p:cNvPr id="3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42"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6" name="Shape 1"/>
          <p:cNvSpPr/>
          <p:nvPr/>
        </p:nvSpPr>
        <p:spPr>
          <a:xfrm>
            <a:off x="548640" y="1463040"/>
            <a:ext cx="7223760" cy="4663440"/>
          </a:xfrm>
          <a:prstGeom prst="roundRect">
            <a:avLst>
              <a:gd name="adj" fmla="val 1569"/>
            </a:avLst>
          </a:prstGeom>
          <a:solidFill>
            <a:srgbClr val="FFFFFF"/>
          </a:solidFill>
          <a:ln/>
        </p:spPr>
      </p:sp>
      <p:graphicFrame>
        <p:nvGraphicFramePr>
          <p:cNvPr id="7"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8046720" y="1463040"/>
            <a:ext cx="3596335" cy="1371600"/>
          </a:xfrm>
          <a:prstGeom prst="roundRect">
            <a:avLst>
              <a:gd name="adj" fmla="val 5333"/>
            </a:avLst>
          </a:prstGeom>
          <a:solidFill>
            <a:srgbClr val="FFFFFF"/>
          </a:solidFill>
          <a:ln/>
        </p:spPr>
      </p:sp>
      <p:sp>
        <p:nvSpPr>
          <p:cNvPr id="9"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10" name="Image 2" descr="preencoded.png">    </p:cNvPr>
          <p:cNvPicPr>
            <a:picLocks noChangeAspect="1"/>
          </p:cNvPicPr>
          <p:nvPr/>
        </p:nvPicPr>
        <p:blipFill>
          <a:blip r:embed="rId4"/>
          <a:stretch>
            <a:fillRect/>
          </a:stretch>
        </p:blipFill>
        <p:spPr>
          <a:xfrm>
            <a:off x="8416138" y="1832458"/>
            <a:ext cx="358445" cy="358445"/>
          </a:xfrm>
          <a:prstGeom prst="rect">
            <a:avLst/>
          </a:prstGeom>
        </p:spPr>
      </p:pic>
      <p:sp>
        <p:nvSpPr>
          <p:cNvPr id="11"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2"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3" name="Shape 6"/>
          <p:cNvSpPr/>
          <p:nvPr/>
        </p:nvSpPr>
        <p:spPr>
          <a:xfrm>
            <a:off x="8046720" y="3108960"/>
            <a:ext cx="3596335" cy="1371600"/>
          </a:xfrm>
          <a:prstGeom prst="roundRect">
            <a:avLst>
              <a:gd name="adj" fmla="val 5333"/>
            </a:avLst>
          </a:prstGeom>
          <a:solidFill>
            <a:srgbClr val="FFFFFF"/>
          </a:solidFill>
          <a:ln/>
        </p:spPr>
      </p:sp>
      <p:sp>
        <p:nvSpPr>
          <p:cNvPr id="14"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5" name="Image 3" descr="preencoded.png">    </p:cNvPr>
          <p:cNvPicPr>
            <a:picLocks noChangeAspect="1"/>
          </p:cNvPicPr>
          <p:nvPr/>
        </p:nvPicPr>
        <p:blipFill>
          <a:blip r:embed="rId5"/>
          <a:stretch>
            <a:fillRect/>
          </a:stretch>
        </p:blipFill>
        <p:spPr>
          <a:xfrm>
            <a:off x="8416138" y="3478378"/>
            <a:ext cx="358445" cy="358445"/>
          </a:xfrm>
          <a:prstGeom prst="rect">
            <a:avLst/>
          </a:prstGeom>
        </p:spPr>
      </p:pic>
      <p:sp>
        <p:nvSpPr>
          <p:cNvPr id="16"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7"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8" name="Shape 10"/>
          <p:cNvSpPr/>
          <p:nvPr/>
        </p:nvSpPr>
        <p:spPr>
          <a:xfrm>
            <a:off x="8046720" y="4754880"/>
            <a:ext cx="3596335" cy="1371600"/>
          </a:xfrm>
          <a:prstGeom prst="roundRect">
            <a:avLst>
              <a:gd name="adj" fmla="val 5333"/>
            </a:avLst>
          </a:prstGeom>
          <a:solidFill>
            <a:srgbClr val="FFFFFF"/>
          </a:solidFill>
          <a:ln/>
        </p:spPr>
      </p:sp>
      <p:sp>
        <p:nvSpPr>
          <p:cNvPr id="19"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416138" y="5124298"/>
            <a:ext cx="358445" cy="358445"/>
          </a:xfrm>
          <a:prstGeom prst="rect">
            <a:avLst/>
          </a:prstGeom>
        </p:spPr>
      </p:pic>
      <p:sp>
        <p:nvSpPr>
          <p:cNvPr id="21"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2"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6" name="Shape 1"/>
          <p:cNvSpPr/>
          <p:nvPr/>
        </p:nvSpPr>
        <p:spPr>
          <a:xfrm>
            <a:off x="548640" y="1463040"/>
            <a:ext cx="11094415" cy="2743200"/>
          </a:xfrm>
          <a:prstGeom prst="roundRect">
            <a:avLst>
              <a:gd name="adj" fmla="val 2667"/>
            </a:avLst>
          </a:prstGeom>
          <a:solidFill>
            <a:srgbClr val="FFFFFF"/>
          </a:solidFill>
          <a:ln/>
        </p:spPr>
      </p:sp>
      <p:sp>
        <p:nvSpPr>
          <p:cNvPr id="7"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85393" y="1954073"/>
            <a:ext cx="435254" cy="435254"/>
          </a:xfrm>
          <a:prstGeom prst="rect">
            <a:avLst/>
          </a:prstGeom>
        </p:spPr>
      </p:pic>
      <p:sp>
        <p:nvSpPr>
          <p:cNvPr id="9"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10"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11" name="Shape 5"/>
          <p:cNvSpPr/>
          <p:nvPr/>
        </p:nvSpPr>
        <p:spPr>
          <a:xfrm>
            <a:off x="4246778" y="1737360"/>
            <a:ext cx="0" cy="2194560"/>
          </a:xfrm>
          <a:prstGeom prst="line">
            <a:avLst/>
          </a:prstGeom>
          <a:noFill/>
          <a:ln w="19050">
            <a:solidFill>
              <a:srgbClr val="D5DBE3"/>
            </a:solidFill>
            <a:prstDash val="solid"/>
          </a:ln>
        </p:spPr>
      </p:sp>
      <p:sp>
        <p:nvSpPr>
          <p:cNvPr id="12"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83531" y="1954073"/>
            <a:ext cx="435254" cy="435254"/>
          </a:xfrm>
          <a:prstGeom prst="rect">
            <a:avLst/>
          </a:prstGeom>
        </p:spPr>
      </p:pic>
      <p:sp>
        <p:nvSpPr>
          <p:cNvPr id="14"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5"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6" name="Shape 9"/>
          <p:cNvSpPr/>
          <p:nvPr/>
        </p:nvSpPr>
        <p:spPr>
          <a:xfrm>
            <a:off x="7944917" y="1737360"/>
            <a:ext cx="0" cy="2194560"/>
          </a:xfrm>
          <a:prstGeom prst="line">
            <a:avLst/>
          </a:prstGeom>
          <a:noFill/>
          <a:ln w="19050">
            <a:solidFill>
              <a:srgbClr val="D5DBE3"/>
            </a:solidFill>
            <a:prstDash val="solid"/>
          </a:ln>
        </p:spPr>
      </p:sp>
      <p:sp>
        <p:nvSpPr>
          <p:cNvPr id="17"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8" name="Image 4" descr="preencoded.png">    </p:cNvPr>
          <p:cNvPicPr>
            <a:picLocks noChangeAspect="1"/>
          </p:cNvPicPr>
          <p:nvPr/>
        </p:nvPicPr>
        <p:blipFill>
          <a:blip r:embed="rId5"/>
          <a:stretch>
            <a:fillRect/>
          </a:stretch>
        </p:blipFill>
        <p:spPr>
          <a:xfrm>
            <a:off x="8481670" y="1954073"/>
            <a:ext cx="435254" cy="435254"/>
          </a:xfrm>
          <a:prstGeom prst="rect">
            <a:avLst/>
          </a:prstGeom>
        </p:spPr>
      </p:pic>
      <p:sp>
        <p:nvSpPr>
          <p:cNvPr id="19"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20"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21" name="Shape 13"/>
          <p:cNvSpPr/>
          <p:nvPr/>
        </p:nvSpPr>
        <p:spPr>
          <a:xfrm>
            <a:off x="548640" y="4434840"/>
            <a:ext cx="11094415" cy="822960"/>
          </a:xfrm>
          <a:prstGeom prst="roundRect">
            <a:avLst>
              <a:gd name="adj" fmla="val 8889"/>
            </a:avLst>
          </a:prstGeom>
          <a:solidFill>
            <a:srgbClr val="A94A4A"/>
          </a:solidFill>
          <a:ln/>
        </p:spPr>
      </p:sp>
      <p:pic>
        <p:nvPicPr>
          <p:cNvPr id="22" name="Image 5" descr="preencoded.png">    </p:cNvPr>
          <p:cNvPicPr>
            <a:picLocks noChangeAspect="1"/>
          </p:cNvPicPr>
          <p:nvPr/>
        </p:nvPicPr>
        <p:blipFill>
          <a:blip r:embed="rId6"/>
          <a:stretch>
            <a:fillRect/>
          </a:stretch>
        </p:blipFill>
        <p:spPr>
          <a:xfrm>
            <a:off x="822960" y="4617720"/>
            <a:ext cx="457200" cy="457200"/>
          </a:xfrm>
          <a:prstGeom prst="rect">
            <a:avLst/>
          </a:prstGeom>
        </p:spPr>
      </p:pic>
      <p:sp>
        <p:nvSpPr>
          <p:cNvPr id="23"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4" name="Shape 15"/>
          <p:cNvSpPr/>
          <p:nvPr/>
        </p:nvSpPr>
        <p:spPr>
          <a:xfrm>
            <a:off x="548640" y="5440680"/>
            <a:ext cx="11094415" cy="868680"/>
          </a:xfrm>
          <a:prstGeom prst="roundRect">
            <a:avLst>
              <a:gd name="adj" fmla="val 8421"/>
            </a:avLst>
          </a:prstGeom>
          <a:solidFill>
            <a:srgbClr val="FFFFFF"/>
          </a:solidFill>
          <a:ln/>
        </p:spPr>
      </p:sp>
      <p:sp>
        <p:nvSpPr>
          <p:cNvPr id="25"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6" name="Image 6" descr="preencoded.png">    </p:cNvPr>
          <p:cNvPicPr>
            <a:picLocks noChangeAspect="1"/>
          </p:cNvPicPr>
          <p:nvPr/>
        </p:nvPicPr>
        <p:blipFill>
          <a:blip r:embed="rId7"/>
          <a:stretch>
            <a:fillRect/>
          </a:stretch>
        </p:blipFill>
        <p:spPr>
          <a:xfrm>
            <a:off x="1025042" y="5734202"/>
            <a:ext cx="281635" cy="281635"/>
          </a:xfrm>
          <a:prstGeom prst="rect">
            <a:avLst/>
          </a:prstGeom>
        </p:spPr>
      </p:pic>
      <p:sp>
        <p:nvSpPr>
          <p:cNvPr id="27"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8"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9" name="Image 7" descr="preencoded.png">    </p:cNvPr>
          <p:cNvPicPr>
            <a:picLocks noChangeAspect="1"/>
          </p:cNvPicPr>
          <p:nvPr/>
        </p:nvPicPr>
        <p:blipFill>
          <a:blip r:embed="rId8"/>
          <a:stretch>
            <a:fillRect/>
          </a:stretch>
        </p:blipFill>
        <p:spPr>
          <a:xfrm>
            <a:off x="4723181" y="5734202"/>
            <a:ext cx="281635" cy="281635"/>
          </a:xfrm>
          <a:prstGeom prst="rect">
            <a:avLst/>
          </a:prstGeom>
        </p:spPr>
      </p:pic>
      <p:sp>
        <p:nvSpPr>
          <p:cNvPr id="30"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31"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2" name="Image 8" descr="preencoded.png">    </p:cNvPr>
          <p:cNvPicPr>
            <a:picLocks noChangeAspect="1"/>
          </p:cNvPicPr>
          <p:nvPr/>
        </p:nvPicPr>
        <p:blipFill>
          <a:blip r:embed="rId9"/>
          <a:stretch>
            <a:fillRect/>
          </a:stretch>
        </p:blipFill>
        <p:spPr>
          <a:xfrm>
            <a:off x="8421319" y="5734202"/>
            <a:ext cx="281635" cy="281635"/>
          </a:xfrm>
          <a:prstGeom prst="rect">
            <a:avLst/>
          </a:prstGeom>
        </p:spPr>
      </p:pic>
      <p:sp>
        <p:nvSpPr>
          <p:cNvPr id="33"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6" name="Shape 1"/>
          <p:cNvSpPr/>
          <p:nvPr/>
        </p:nvSpPr>
        <p:spPr>
          <a:xfrm>
            <a:off x="548640" y="1417320"/>
            <a:ext cx="11094415" cy="731520"/>
          </a:xfrm>
          <a:prstGeom prst="roundRect">
            <a:avLst>
              <a:gd name="adj" fmla="val 10000"/>
            </a:avLst>
          </a:prstGeom>
          <a:solidFill>
            <a:srgbClr val="FFFFFF"/>
          </a:solidFill>
          <a:ln/>
        </p:spPr>
      </p:sp>
      <p:sp>
        <p:nvSpPr>
          <p:cNvPr id="7"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43661" y="1629461"/>
            <a:ext cx="307238" cy="307238"/>
          </a:xfrm>
          <a:prstGeom prst="rect">
            <a:avLst/>
          </a:prstGeom>
        </p:spPr>
      </p:pic>
      <p:sp>
        <p:nvSpPr>
          <p:cNvPr id="9"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10"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11" name="Image 3" descr="preencoded.png">    </p:cNvPr>
          <p:cNvPicPr>
            <a:picLocks noChangeAspect="1"/>
          </p:cNvPicPr>
          <p:nvPr/>
        </p:nvPicPr>
        <p:blipFill>
          <a:blip r:embed="rId4"/>
          <a:stretch>
            <a:fillRect/>
          </a:stretch>
        </p:blipFill>
        <p:spPr>
          <a:xfrm>
            <a:off x="6490868" y="1629461"/>
            <a:ext cx="307238" cy="307238"/>
          </a:xfrm>
          <a:prstGeom prst="rect">
            <a:avLst/>
          </a:prstGeom>
        </p:spPr>
      </p:pic>
      <p:sp>
        <p:nvSpPr>
          <p:cNvPr id="12"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3" name="Shape 6"/>
          <p:cNvSpPr/>
          <p:nvPr/>
        </p:nvSpPr>
        <p:spPr>
          <a:xfrm>
            <a:off x="548640" y="2331720"/>
            <a:ext cx="5410048" cy="2743200"/>
          </a:xfrm>
          <a:prstGeom prst="roundRect">
            <a:avLst>
              <a:gd name="adj" fmla="val 2667"/>
            </a:avLst>
          </a:prstGeom>
          <a:solidFill>
            <a:srgbClr val="FFFFFF"/>
          </a:solidFill>
          <a:ln/>
        </p:spPr>
      </p:sp>
      <p:sp>
        <p:nvSpPr>
          <p:cNvPr id="14"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5" name="Image 4" descr="preencoded.png">    </p:cNvPr>
          <p:cNvPicPr>
            <a:picLocks noChangeAspect="1"/>
          </p:cNvPicPr>
          <p:nvPr/>
        </p:nvPicPr>
        <p:blipFill>
          <a:blip r:embed="rId5"/>
          <a:stretch>
            <a:fillRect/>
          </a:stretch>
        </p:blipFill>
        <p:spPr>
          <a:xfrm>
            <a:off x="989381" y="2635301"/>
            <a:ext cx="307238" cy="307238"/>
          </a:xfrm>
          <a:prstGeom prst="rect">
            <a:avLst/>
          </a:prstGeom>
        </p:spPr>
      </p:pic>
      <p:sp>
        <p:nvSpPr>
          <p:cNvPr id="16"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7"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8"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9"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20"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21"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2"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3"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4"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5" name="Shape 17"/>
          <p:cNvSpPr/>
          <p:nvPr/>
        </p:nvSpPr>
        <p:spPr>
          <a:xfrm>
            <a:off x="6233008" y="2331720"/>
            <a:ext cx="5410048" cy="2743200"/>
          </a:xfrm>
          <a:prstGeom prst="roundRect">
            <a:avLst>
              <a:gd name="adj" fmla="val 2667"/>
            </a:avLst>
          </a:prstGeom>
          <a:solidFill>
            <a:srgbClr val="FFFFFF"/>
          </a:solidFill>
          <a:ln/>
        </p:spPr>
      </p:sp>
      <p:sp>
        <p:nvSpPr>
          <p:cNvPr id="26"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6673748" y="2635301"/>
            <a:ext cx="307238" cy="307238"/>
          </a:xfrm>
          <a:prstGeom prst="rect">
            <a:avLst/>
          </a:prstGeom>
        </p:spPr>
      </p:pic>
      <p:sp>
        <p:nvSpPr>
          <p:cNvPr id="28"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9"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30"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31"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2"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3"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4"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5"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6"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7" name="Shape 28"/>
          <p:cNvSpPr/>
          <p:nvPr/>
        </p:nvSpPr>
        <p:spPr>
          <a:xfrm>
            <a:off x="548640" y="5212080"/>
            <a:ext cx="11094415" cy="914400"/>
          </a:xfrm>
          <a:prstGeom prst="roundRect">
            <a:avLst>
              <a:gd name="adj" fmla="val 8000"/>
            </a:avLst>
          </a:prstGeom>
          <a:solidFill>
            <a:srgbClr val="FFFFFF"/>
          </a:solidFill>
          <a:ln/>
        </p:spPr>
      </p:sp>
      <p:sp>
        <p:nvSpPr>
          <p:cNvPr id="38"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9" name="Image 6" descr="preencoded.png">    </p:cNvPr>
          <p:cNvPicPr>
            <a:picLocks noChangeAspect="1"/>
          </p:cNvPicPr>
          <p:nvPr/>
        </p:nvPicPr>
        <p:blipFill>
          <a:blip r:embed="rId7"/>
          <a:stretch>
            <a:fillRect/>
          </a:stretch>
        </p:blipFill>
        <p:spPr>
          <a:xfrm>
            <a:off x="989381" y="5515661"/>
            <a:ext cx="307238" cy="307238"/>
          </a:xfrm>
          <a:prstGeom prst="rect">
            <a:avLst/>
          </a:prstGeom>
        </p:spPr>
      </p:pic>
      <p:sp>
        <p:nvSpPr>
          <p:cNvPr id="40"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41"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2" name="Image 7" descr="preencoded.png">    </p:cNvPr>
          <p:cNvPicPr>
            <a:picLocks noChangeAspect="1"/>
          </p:cNvPicPr>
          <p:nvPr/>
        </p:nvPicPr>
        <p:blipFill>
          <a:blip r:embed="rId8"/>
          <a:stretch>
            <a:fillRect/>
          </a:stretch>
        </p:blipFill>
        <p:spPr>
          <a:xfrm>
            <a:off x="6536588" y="5515661"/>
            <a:ext cx="307238" cy="307238"/>
          </a:xfrm>
          <a:prstGeom prst="rect">
            <a:avLst/>
          </a:prstGeom>
        </p:spPr>
      </p:pic>
      <p:sp>
        <p:nvSpPr>
          <p:cNvPr id="43"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6" name="Shape 1"/>
          <p:cNvSpPr/>
          <p:nvPr/>
        </p:nvSpPr>
        <p:spPr>
          <a:xfrm>
            <a:off x="548640" y="1508760"/>
            <a:ext cx="6949440" cy="4480560"/>
          </a:xfrm>
          <a:prstGeom prst="roundRect">
            <a:avLst>
              <a:gd name="adj" fmla="val 1633"/>
            </a:avLst>
          </a:prstGeom>
          <a:solidFill>
            <a:srgbClr val="FFFFFF"/>
          </a:solidFill>
          <a:ln/>
        </p:spPr>
      </p:sp>
      <p:graphicFrame>
        <p:nvGraphicFramePr>
          <p:cNvPr id="7"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9" name="Shape 3"/>
          <p:cNvSpPr/>
          <p:nvPr/>
        </p:nvSpPr>
        <p:spPr>
          <a:xfrm>
            <a:off x="7772400" y="1508760"/>
            <a:ext cx="3870655" cy="1371600"/>
          </a:xfrm>
          <a:prstGeom prst="roundRect">
            <a:avLst>
              <a:gd name="adj" fmla="val 5333"/>
            </a:avLst>
          </a:prstGeom>
          <a:solidFill>
            <a:srgbClr val="FFFFFF"/>
          </a:solidFill>
          <a:ln/>
        </p:spPr>
      </p:sp>
      <p:sp>
        <p:nvSpPr>
          <p:cNvPr id="10"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11"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2"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3"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4" name="Shape 7"/>
          <p:cNvSpPr/>
          <p:nvPr/>
        </p:nvSpPr>
        <p:spPr>
          <a:xfrm>
            <a:off x="7772400" y="3063240"/>
            <a:ext cx="3870655" cy="1371600"/>
          </a:xfrm>
          <a:prstGeom prst="roundRect">
            <a:avLst>
              <a:gd name="adj" fmla="val 5333"/>
            </a:avLst>
          </a:prstGeom>
          <a:solidFill>
            <a:srgbClr val="FFFFFF"/>
          </a:solidFill>
          <a:ln/>
        </p:spPr>
      </p:sp>
      <p:sp>
        <p:nvSpPr>
          <p:cNvPr id="15"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6" name="Image 3" descr="preencoded.png">    </p:cNvPr>
          <p:cNvPicPr>
            <a:picLocks noChangeAspect="1"/>
          </p:cNvPicPr>
          <p:nvPr/>
        </p:nvPicPr>
        <p:blipFill>
          <a:blip r:embed="rId5"/>
          <a:stretch>
            <a:fillRect/>
          </a:stretch>
        </p:blipFill>
        <p:spPr>
          <a:xfrm>
            <a:off x="8141818" y="3432658"/>
            <a:ext cx="358445" cy="358445"/>
          </a:xfrm>
          <a:prstGeom prst="rect">
            <a:avLst/>
          </a:prstGeom>
        </p:spPr>
      </p:pic>
      <p:sp>
        <p:nvSpPr>
          <p:cNvPr id="17"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8"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9" name="Shape 11"/>
          <p:cNvSpPr/>
          <p:nvPr/>
        </p:nvSpPr>
        <p:spPr>
          <a:xfrm>
            <a:off x="7772400" y="4617720"/>
            <a:ext cx="3870655" cy="1371600"/>
          </a:xfrm>
          <a:prstGeom prst="roundRect">
            <a:avLst>
              <a:gd name="adj" fmla="val 5333"/>
            </a:avLst>
          </a:prstGeom>
          <a:solidFill>
            <a:srgbClr val="FFFFFF"/>
          </a:solidFill>
          <a:ln/>
        </p:spPr>
      </p:sp>
      <p:sp>
        <p:nvSpPr>
          <p:cNvPr id="20"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21" name="Image 4" descr="preencoded.png">    </p:cNvPr>
          <p:cNvPicPr>
            <a:picLocks noChangeAspect="1"/>
          </p:cNvPicPr>
          <p:nvPr/>
        </p:nvPicPr>
        <p:blipFill>
          <a:blip r:embed="rId6"/>
          <a:stretch>
            <a:fillRect/>
          </a:stretch>
        </p:blipFill>
        <p:spPr>
          <a:xfrm>
            <a:off x="8141818" y="4987138"/>
            <a:ext cx="358445" cy="358445"/>
          </a:xfrm>
          <a:prstGeom prst="rect">
            <a:avLst/>
          </a:prstGeom>
        </p:spPr>
      </p:pic>
      <p:sp>
        <p:nvSpPr>
          <p:cNvPr id="22"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3"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6" name="Shape 1"/>
          <p:cNvSpPr/>
          <p:nvPr/>
        </p:nvSpPr>
        <p:spPr>
          <a:xfrm>
            <a:off x="548640" y="1508760"/>
            <a:ext cx="6949440" cy="3611880"/>
          </a:xfrm>
          <a:prstGeom prst="roundRect">
            <a:avLst>
              <a:gd name="adj" fmla="val 2025"/>
            </a:avLst>
          </a:prstGeom>
          <a:solidFill>
            <a:srgbClr val="FFFFFF"/>
          </a:solidFill>
          <a:ln/>
        </p:spPr>
      </p:sp>
      <p:graphicFrame>
        <p:nvGraphicFramePr>
          <p:cNvPr id="7"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7772400" y="1508760"/>
            <a:ext cx="3870655" cy="1143000"/>
          </a:xfrm>
          <a:prstGeom prst="roundRect">
            <a:avLst>
              <a:gd name="adj" fmla="val 6400"/>
            </a:avLst>
          </a:prstGeom>
          <a:solidFill>
            <a:srgbClr val="FFFFFF"/>
          </a:solidFill>
          <a:ln/>
        </p:spPr>
      </p:sp>
      <p:sp>
        <p:nvSpPr>
          <p:cNvPr id="9"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10"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1"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2"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3" name="Shape 6"/>
          <p:cNvSpPr/>
          <p:nvPr/>
        </p:nvSpPr>
        <p:spPr>
          <a:xfrm>
            <a:off x="7772400" y="2743200"/>
            <a:ext cx="3870655" cy="1143000"/>
          </a:xfrm>
          <a:prstGeom prst="roundRect">
            <a:avLst>
              <a:gd name="adj" fmla="val 6400"/>
            </a:avLst>
          </a:prstGeom>
          <a:solidFill>
            <a:srgbClr val="FFFFFF"/>
          </a:solidFill>
          <a:ln/>
        </p:spPr>
      </p:sp>
      <p:sp>
        <p:nvSpPr>
          <p:cNvPr id="14"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5" name="Image 3" descr="preencoded.png">    </p:cNvPr>
          <p:cNvPicPr>
            <a:picLocks noChangeAspect="1"/>
          </p:cNvPicPr>
          <p:nvPr/>
        </p:nvPicPr>
        <p:blipFill>
          <a:blip r:embed="rId5"/>
          <a:stretch>
            <a:fillRect/>
          </a:stretch>
        </p:blipFill>
        <p:spPr>
          <a:xfrm>
            <a:off x="8141818" y="3112618"/>
            <a:ext cx="358445" cy="358445"/>
          </a:xfrm>
          <a:prstGeom prst="rect">
            <a:avLst/>
          </a:prstGeom>
        </p:spPr>
      </p:pic>
      <p:sp>
        <p:nvSpPr>
          <p:cNvPr id="16"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7"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8" name="Shape 10"/>
          <p:cNvSpPr/>
          <p:nvPr/>
        </p:nvSpPr>
        <p:spPr>
          <a:xfrm>
            <a:off x="7772400" y="3977640"/>
            <a:ext cx="3870655" cy="1143000"/>
          </a:xfrm>
          <a:prstGeom prst="roundRect">
            <a:avLst>
              <a:gd name="adj" fmla="val 6400"/>
            </a:avLst>
          </a:prstGeom>
          <a:solidFill>
            <a:srgbClr val="FFFFFF"/>
          </a:solidFill>
          <a:ln/>
        </p:spPr>
      </p:sp>
      <p:sp>
        <p:nvSpPr>
          <p:cNvPr id="19"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141818" y="4347058"/>
            <a:ext cx="358445" cy="358445"/>
          </a:xfrm>
          <a:prstGeom prst="rect">
            <a:avLst/>
          </a:prstGeom>
        </p:spPr>
      </p:pic>
      <p:sp>
        <p:nvSpPr>
          <p:cNvPr id="21"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2"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3"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4"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5" name="Shape 16"/>
          <p:cNvSpPr/>
          <p:nvPr/>
        </p:nvSpPr>
        <p:spPr>
          <a:xfrm>
            <a:off x="548640" y="5349240"/>
            <a:ext cx="11094415" cy="868680"/>
          </a:xfrm>
          <a:prstGeom prst="roundRect">
            <a:avLst>
              <a:gd name="adj" fmla="val 8421"/>
            </a:avLst>
          </a:prstGeom>
          <a:solidFill>
            <a:srgbClr val="1F7A7A"/>
          </a:solidFill>
          <a:ln/>
        </p:spPr>
      </p:sp>
      <p:pic>
        <p:nvPicPr>
          <p:cNvPr id="26" name="Image 5" descr="preencoded.png">    </p:cNvPr>
          <p:cNvPicPr>
            <a:picLocks noChangeAspect="1"/>
          </p:cNvPicPr>
          <p:nvPr/>
        </p:nvPicPr>
        <p:blipFill>
          <a:blip r:embed="rId7"/>
          <a:stretch>
            <a:fillRect/>
          </a:stretch>
        </p:blipFill>
        <p:spPr>
          <a:xfrm>
            <a:off x="822960" y="5554980"/>
            <a:ext cx="457200" cy="457200"/>
          </a:xfrm>
          <a:prstGeom prst="rect">
            <a:avLst/>
          </a:prstGeom>
        </p:spPr>
      </p:pic>
      <p:sp>
        <p:nvSpPr>
          <p:cNvPr id="27"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8" name="Image 2" descr="preencoded.png">    </p:cNvPr>
          <p:cNvPicPr>
            <a:picLocks noChangeAspect="1"/>
          </p:cNvPicPr>
          <p:nvPr/>
        </p:nvPicPr>
        <p:blipFill>
          <a:blip r:embed="rId3"/>
          <a:stretch>
            <a:fillRect/>
          </a:stretch>
        </p:blipFill>
        <p:spPr>
          <a:xfrm>
            <a:off x="963778" y="1878178"/>
            <a:ext cx="358445" cy="358445"/>
          </a:xfrm>
          <a:prstGeom prst="rect">
            <a:avLst/>
          </a:prstGeom>
        </p:spPr>
      </p:pic>
      <p:sp>
        <p:nvSpPr>
          <p:cNvPr id="9"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10"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11"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2" name="Shape 6"/>
          <p:cNvSpPr/>
          <p:nvPr/>
        </p:nvSpPr>
        <p:spPr>
          <a:xfrm>
            <a:off x="4338218" y="1463040"/>
            <a:ext cx="3515258" cy="3611880"/>
          </a:xfrm>
          <a:prstGeom prst="roundRect">
            <a:avLst>
              <a:gd name="adj" fmla="val 2081"/>
            </a:avLst>
          </a:prstGeom>
          <a:solidFill>
            <a:srgbClr val="FFFFFF"/>
          </a:solidFill>
          <a:ln/>
        </p:spPr>
      </p:sp>
      <p:sp>
        <p:nvSpPr>
          <p:cNvPr id="13"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4" name="Image 3" descr="preencoded.png">    </p:cNvPr>
          <p:cNvPicPr>
            <a:picLocks noChangeAspect="1"/>
          </p:cNvPicPr>
          <p:nvPr/>
        </p:nvPicPr>
        <p:blipFill>
          <a:blip r:embed="rId4"/>
          <a:stretch>
            <a:fillRect/>
          </a:stretch>
        </p:blipFill>
        <p:spPr>
          <a:xfrm>
            <a:off x="4753356" y="1878178"/>
            <a:ext cx="358445" cy="358445"/>
          </a:xfrm>
          <a:prstGeom prst="rect">
            <a:avLst/>
          </a:prstGeom>
        </p:spPr>
      </p:pic>
      <p:sp>
        <p:nvSpPr>
          <p:cNvPr id="15"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6"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7"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8" name="Shape 11"/>
          <p:cNvSpPr/>
          <p:nvPr/>
        </p:nvSpPr>
        <p:spPr>
          <a:xfrm>
            <a:off x="8127797" y="1463040"/>
            <a:ext cx="3515258" cy="3611880"/>
          </a:xfrm>
          <a:prstGeom prst="roundRect">
            <a:avLst>
              <a:gd name="adj" fmla="val 2081"/>
            </a:avLst>
          </a:prstGeom>
          <a:solidFill>
            <a:srgbClr val="FFFFFF"/>
          </a:solidFill>
          <a:ln/>
        </p:spPr>
      </p:sp>
      <p:sp>
        <p:nvSpPr>
          <p:cNvPr id="19"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5"/>
          <a:stretch>
            <a:fillRect/>
          </a:stretch>
        </p:blipFill>
        <p:spPr>
          <a:xfrm>
            <a:off x="8542934" y="1878178"/>
            <a:ext cx="358445" cy="358445"/>
          </a:xfrm>
          <a:prstGeom prst="rect">
            <a:avLst/>
          </a:prstGeom>
        </p:spPr>
      </p:pic>
      <p:sp>
        <p:nvSpPr>
          <p:cNvPr id="21"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2"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3"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4" name="Shape 16"/>
          <p:cNvSpPr/>
          <p:nvPr/>
        </p:nvSpPr>
        <p:spPr>
          <a:xfrm>
            <a:off x="548640" y="5349240"/>
            <a:ext cx="11094415" cy="868680"/>
          </a:xfrm>
          <a:prstGeom prst="roundRect">
            <a:avLst>
              <a:gd name="adj" fmla="val 8421"/>
            </a:avLst>
          </a:prstGeom>
          <a:solidFill>
            <a:srgbClr val="1F7A7A"/>
          </a:solidFill>
          <a:ln/>
        </p:spPr>
      </p:sp>
      <p:pic>
        <p:nvPicPr>
          <p:cNvPr id="25"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6"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04011" y="1918411"/>
            <a:ext cx="460858" cy="460858"/>
          </a:xfrm>
          <a:prstGeom prst="rect">
            <a:avLst/>
          </a:prstGeom>
        </p:spPr>
      </p:pic>
      <p:sp>
        <p:nvSpPr>
          <p:cNvPr id="9"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10"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11" name="Shape 5"/>
          <p:cNvSpPr/>
          <p:nvPr/>
        </p:nvSpPr>
        <p:spPr>
          <a:xfrm>
            <a:off x="4338218" y="1463040"/>
            <a:ext cx="3515258" cy="3611880"/>
          </a:xfrm>
          <a:prstGeom prst="roundRect">
            <a:avLst>
              <a:gd name="adj" fmla="val 2081"/>
            </a:avLst>
          </a:prstGeom>
          <a:solidFill>
            <a:srgbClr val="FFFFFF"/>
          </a:solidFill>
          <a:ln/>
        </p:spPr>
      </p:sp>
      <p:sp>
        <p:nvSpPr>
          <p:cNvPr id="12"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93590" y="1918411"/>
            <a:ext cx="460858" cy="460858"/>
          </a:xfrm>
          <a:prstGeom prst="rect">
            <a:avLst/>
          </a:prstGeom>
        </p:spPr>
      </p:pic>
      <p:sp>
        <p:nvSpPr>
          <p:cNvPr id="14"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5"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6" name="Shape 9"/>
          <p:cNvSpPr/>
          <p:nvPr/>
        </p:nvSpPr>
        <p:spPr>
          <a:xfrm>
            <a:off x="8127797" y="1463040"/>
            <a:ext cx="3515258" cy="3611880"/>
          </a:xfrm>
          <a:prstGeom prst="roundRect">
            <a:avLst>
              <a:gd name="adj" fmla="val 2081"/>
            </a:avLst>
          </a:prstGeom>
          <a:solidFill>
            <a:srgbClr val="FFFFFF"/>
          </a:solidFill>
          <a:ln/>
        </p:spPr>
      </p:sp>
      <p:sp>
        <p:nvSpPr>
          <p:cNvPr id="17"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8" name="Image 4" descr="preencoded.png">    </p:cNvPr>
          <p:cNvPicPr>
            <a:picLocks noChangeAspect="1"/>
          </p:cNvPicPr>
          <p:nvPr/>
        </p:nvPicPr>
        <p:blipFill>
          <a:blip r:embed="rId5"/>
          <a:stretch>
            <a:fillRect/>
          </a:stretch>
        </p:blipFill>
        <p:spPr>
          <a:xfrm>
            <a:off x="8583168" y="1918411"/>
            <a:ext cx="460858" cy="460858"/>
          </a:xfrm>
          <a:prstGeom prst="rect">
            <a:avLst/>
          </a:prstGeom>
        </p:spPr>
      </p:pic>
      <p:sp>
        <p:nvSpPr>
          <p:cNvPr id="19"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20"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21" name="Shape 13"/>
          <p:cNvSpPr/>
          <p:nvPr/>
        </p:nvSpPr>
        <p:spPr>
          <a:xfrm>
            <a:off x="548640" y="5349240"/>
            <a:ext cx="11094415" cy="868680"/>
          </a:xfrm>
          <a:prstGeom prst="roundRect">
            <a:avLst>
              <a:gd name="adj" fmla="val 8421"/>
            </a:avLst>
          </a:prstGeom>
          <a:solidFill>
            <a:srgbClr val="1F7A7A"/>
          </a:solidFill>
          <a:ln/>
        </p:spPr>
      </p:sp>
      <p:pic>
        <p:nvPicPr>
          <p:cNvPr id="22"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3"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Shape 3"/>
          <p:cNvSpPr/>
          <p:nvPr/>
        </p:nvSpPr>
        <p:spPr>
          <a:xfrm>
            <a:off x="6949440" y="640080"/>
            <a:ext cx="4602175" cy="1737360"/>
          </a:xfrm>
          <a:prstGeom prst="roundRect">
            <a:avLst>
              <a:gd name="adj" fmla="val 4211"/>
            </a:avLst>
          </a:prstGeom>
          <a:solidFill>
            <a:srgbClr val="FFFFFF"/>
          </a:solidFill>
          <a:ln/>
        </p:spPr>
      </p:sp>
      <p:sp>
        <p:nvSpPr>
          <p:cNvPr id="6" name="Shape 4"/>
          <p:cNvSpPr/>
          <p:nvPr/>
        </p:nvSpPr>
        <p:spPr>
          <a:xfrm>
            <a:off x="7178040" y="868680"/>
            <a:ext cx="640080" cy="640080"/>
          </a:xfrm>
          <a:prstGeom prst="ellipse">
            <a:avLst/>
          </a:prstGeom>
          <a:solidFill>
            <a:srgbClr val="1F7A7A"/>
          </a:solidFill>
          <a:ln w="12700">
            <a:solidFill>
              <a:srgbClr val="1F7A7A"/>
            </a:solidFill>
            <a:prstDash val="solid"/>
          </a:ln>
        </p:spPr>
      </p:sp>
      <p:pic>
        <p:nvPicPr>
          <p:cNvPr id="7"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8" name="Text 5"/>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9" name="Text 6"/>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0" name="Shape 7"/>
          <p:cNvSpPr/>
          <p:nvPr/>
        </p:nvSpPr>
        <p:spPr>
          <a:xfrm>
            <a:off x="6949440" y="2560320"/>
            <a:ext cx="4602175" cy="1737360"/>
          </a:xfrm>
          <a:prstGeom prst="roundRect">
            <a:avLst>
              <a:gd name="adj" fmla="val 4211"/>
            </a:avLst>
          </a:prstGeom>
          <a:solidFill>
            <a:srgbClr val="FFFFFF"/>
          </a:solidFill>
          <a:ln/>
        </p:spPr>
      </p:sp>
      <p:sp>
        <p:nvSpPr>
          <p:cNvPr id="11" name="Shape 8"/>
          <p:cNvSpPr/>
          <p:nvPr/>
        </p:nvSpPr>
        <p:spPr>
          <a:xfrm>
            <a:off x="7178040" y="2788920"/>
            <a:ext cx="640080" cy="64008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3" name="Text 9"/>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4" name="Text 10"/>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5" name="Shape 11"/>
          <p:cNvSpPr/>
          <p:nvPr/>
        </p:nvSpPr>
        <p:spPr>
          <a:xfrm>
            <a:off x="6949440" y="4480560"/>
            <a:ext cx="4602175" cy="1737360"/>
          </a:xfrm>
          <a:prstGeom prst="roundRect">
            <a:avLst>
              <a:gd name="adj" fmla="val 4211"/>
            </a:avLst>
          </a:prstGeom>
          <a:solidFill>
            <a:srgbClr val="FFFFFF"/>
          </a:solidFill>
          <a:ln/>
        </p:spPr>
      </p:sp>
      <p:sp>
        <p:nvSpPr>
          <p:cNvPr id="16" name="Shape 12"/>
          <p:cNvSpPr/>
          <p:nvPr/>
        </p:nvSpPr>
        <p:spPr>
          <a:xfrm>
            <a:off x="7178040" y="4709160"/>
            <a:ext cx="640080" cy="640080"/>
          </a:xfrm>
          <a:prstGeom prst="ellipse">
            <a:avLst/>
          </a:prstGeom>
          <a:solidFill>
            <a:srgbClr val="234B84"/>
          </a:solidFill>
          <a:ln w="12700">
            <a:solidFill>
              <a:srgbClr val="234B84"/>
            </a:solidFill>
            <a:prstDash val="solid"/>
          </a:ln>
        </p:spPr>
      </p:sp>
      <p:pic>
        <p:nvPicPr>
          <p:cNvPr id="17"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8" name="Text 13"/>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19" name="Text 14"/>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13 to 22</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23 and 24</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26 and 27</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28</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 Intent Detection and Rule Checks</dc:title>
  <dc:subject>PptxGenJS Presentation</dc:subject>
  <dc:creator>Phenikaa School of Computing</dc:creator>
  <cp:lastModifiedBy>Phenikaa School of Computing</cp:lastModifiedBy>
  <cp:revision>1</cp:revision>
  <dcterms:created xsi:type="dcterms:W3CDTF">2026-10-14T01:50:15Z</dcterms:created>
  <dcterms:modified xsi:type="dcterms:W3CDTF">2026-10-14T01:50:15Z</dcterms:modified>
</cp:coreProperties>
</file>