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70 s. Level 1: support staff read every request. No model runs, so no model error, but each request takes an assumed 90 s and the cost grows with every request. Level 2: one LLM agent reads the chat and the whole account and applies the written rules itself. No independent policy check stands behind its answer, and an order hidden in a text can reach it. One audience quiz by the leader: which action would you never let a chatbot do alone (refund, plan cancellation, password reset, data deletion)? The written rules always deny data deletion in chat. Our question: what if a small, fast model called Jev decided, and the LLM only wrote the reply? Level 3 is that design, and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41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 s. Real policies have many rules. Who should apply them: an LLM agent, or Jev?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At Level 2,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Level 3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Jev's answers: it runs the action only when no answer says a rule is broken. It does not independently recheck policy facts; a missed violation can allow an unsafe action.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levels run on the same 1,024 requests, in separate runs. Level 2 makes two LLM calls for each request. Level 3 makes 1.5 Jev calls and one LLM call. Jev costs 4.2 cents per million input tokens, and its output is free. The LLM costs 15 cents in and 60 cents out per million tokens. At list price, 1,000 requests cost $0.64 at Level 2 and $0.30 at Level 3.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the two levels on the same 1,024 requests. Level 2 serves 795, stops 198, and makes 31 errors, 10 of them harmful. Level 3 serves 825, stops 199, and makes 0 errors and 0 harmful runs. Level 3 needs less than half the average machine time, 5.89 seconds against 12.45, and has 2.2 times lower API cost, $0.30 against $0.64 per 1,000 requests. Of the 31 Level 2 errors, 27 are injection requests. The harmful errors run 5 refunds and 5 plan cancellations. These are outcomes on the set that we made ourselves,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Level 3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two automated levels in separate runs on the same 1,024 requests. Level 2 serves 795, stops 198, and makes 31 errors. Level 3 serves 825, stops 199, and makes 0 errors. Level 3 needs less than half the average machine time and has 2.2 times lower API cost. Jev needs a question that we write for each rule.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30-2.png"/><Relationship Id="rId3" Type="http://schemas.openxmlformats.org/officeDocument/2006/relationships/image" Target="../media/image-1-2.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30-2.png"/><Relationship Id="rId3" Type="http://schemas.openxmlformats.org/officeDocument/2006/relationships/image" Target="../media/image-10-4.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9-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image" Target="../media/image-10-4.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2-4.pn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0-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3-1.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independent policy check</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what if a small, fast model called Jev decided, and the LLM only wrote the reply?</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two automated designs compared</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Two tested designs: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Jev?</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2: the LLM agent decides and applies the rules</a:t>
            </a:r>
            <a:endParaRPr lang="en-US" sz="34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at Level 2 and at Level 3</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on our SaaS test set: speed, cost, and accuracy</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On our SaaS test set: lower time, cost, and error count</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10 at Level 2.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795 served, 198 stopped, 31 errors. Level 3: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2.1x lower mean machine time and 2.2x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6 and 7</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Level 2 and Level 3</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22 and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25 and 26</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27</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2026-10-12T13:13:26Z</dcterms:created>
  <dcterms:modified xsi:type="dcterms:W3CDTF">2026-10-12T13:13:26Z</dcterms:modified>
</cp:coreProperties>
</file>