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10-6.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22-8.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image" Target="../media/image-29-2.png"/><Relationship Id="rId5" Type="http://schemas.openxmlformats.org/officeDocument/2006/relationships/image" Target="../media/image-10-7.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0-3.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0-7.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8.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0-7.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8.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0-3.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8.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1-3.png"/><Relationship Id="rId5" Type="http://schemas.openxmlformats.org/officeDocument/2006/relationships/image" Target="../media/image-10-7.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10-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3.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3-3.png"/><Relationship Id="rId4" Type="http://schemas.openxmlformats.org/officeDocument/2006/relationships/image" Target="../media/image-1-1.png"/><Relationship Id="rId5" Type="http://schemas.openxmlformats.org/officeDocument/2006/relationships/image" Target="../media/image-1-1.png"/><Relationship Id="rId6" Type="http://schemas.openxmlformats.org/officeDocument/2006/relationships/image" Target="../media/image-10-3.png"/><Relationship Id="rId7" Type="http://schemas.openxmlformats.org/officeDocument/2006/relationships/image" Target="../media/image-10-3.png"/><Relationship Id="rId8" Type="http://schemas.openxmlformats.org/officeDocument/2006/relationships/image" Target="../media/image-1-1.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5.png"/><Relationship Id="rId5" Type="http://schemas.openxmlformats.org/officeDocument/2006/relationships/image" Target="../media/image-22-8.png"/><Relationship Id="rId6" Type="http://schemas.openxmlformats.org/officeDocument/2006/relationships/image" Target="../media/image-22-3.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2-3.png"/><Relationship Id="rId5" Type="http://schemas.openxmlformats.org/officeDocument/2006/relationships/image" Target="../media/image-22-7.png"/><Relationship Id="rId6" Type="http://schemas.openxmlformats.org/officeDocument/2006/relationships/image" Target="../media/image-22-8.png"/><Relationship Id="rId7" Type="http://schemas.openxmlformats.org/officeDocument/2006/relationships/image" Target="../media/image-22-4.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26-5.png"/><Relationship Id="rId6" Type="http://schemas.openxmlformats.org/officeDocument/2006/relationships/image" Target="../media/image-22-4.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22-4.png"/><Relationship Id="rId5" Type="http://schemas.openxmlformats.org/officeDocument/2006/relationships/image" Target="../media/image-1-1.png"/><Relationship Id="rId6" Type="http://schemas.openxmlformats.org/officeDocument/2006/relationships/image" Target="../media/image-22-4.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22-7.png"/><Relationship Id="rId3" Type="http://schemas.openxmlformats.org/officeDocument/2006/relationships/image" Target="../media/image-22-8.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3.png"/><Relationship Id="rId4" Type="http://schemas.openxmlformats.org/officeDocument/2006/relationships/image" Target="../media/image-10-7.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Structured Decision</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Gates</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Customer Support Agents: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Intent Detection and Rule Checks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the rule answers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6"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7"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1716146" y="1642994"/>
            <a:ext cx="225308" cy="225308"/>
          </a:xfrm>
          <a:prstGeom prst="rect">
            <a:avLst/>
          </a:prstGeom>
        </p:spPr>
      </p:pic>
      <p:sp>
        <p:nvSpPr>
          <p:cNvPr id="9"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10"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11"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2" name="Image 3" descr="preencoded.png">    </p:cNvPr>
          <p:cNvPicPr>
            <a:picLocks noChangeAspect="1"/>
          </p:cNvPicPr>
          <p:nvPr/>
        </p:nvPicPr>
        <p:blipFill>
          <a:blip r:embed="rId4"/>
          <a:stretch>
            <a:fillRect/>
          </a:stretch>
        </p:blipFill>
        <p:spPr>
          <a:xfrm>
            <a:off x="1755648" y="2734056"/>
            <a:ext cx="256032" cy="256032"/>
          </a:xfrm>
          <a:prstGeom prst="rect">
            <a:avLst/>
          </a:prstGeom>
        </p:spPr>
      </p:pic>
      <p:sp>
        <p:nvSpPr>
          <p:cNvPr id="13"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4" name="Image 4" descr="preencoded.png">    </p:cNvPr>
          <p:cNvPicPr>
            <a:picLocks noChangeAspect="1"/>
          </p:cNvPicPr>
          <p:nvPr/>
        </p:nvPicPr>
        <p:blipFill>
          <a:blip r:embed="rId5"/>
          <a:stretch>
            <a:fillRect/>
          </a:stretch>
        </p:blipFill>
        <p:spPr>
          <a:xfrm>
            <a:off x="5166360" y="2194560"/>
            <a:ext cx="1188720" cy="685800"/>
          </a:xfrm>
          <a:prstGeom prst="rect">
            <a:avLst/>
          </a:prstGeom>
        </p:spPr>
      </p:pic>
      <p:sp>
        <p:nvSpPr>
          <p:cNvPr id="15"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6"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7" name="Image 5" descr="preencoded.png">    </p:cNvPr>
          <p:cNvPicPr>
            <a:picLocks noChangeAspect="1"/>
          </p:cNvPicPr>
          <p:nvPr/>
        </p:nvPicPr>
        <p:blipFill>
          <a:blip r:embed="rId6"/>
          <a:stretch>
            <a:fillRect/>
          </a:stretch>
        </p:blipFill>
        <p:spPr>
          <a:xfrm>
            <a:off x="6568135" y="2087575"/>
            <a:ext cx="588874" cy="588874"/>
          </a:xfrm>
          <a:prstGeom prst="rect">
            <a:avLst/>
          </a:prstGeom>
        </p:spPr>
      </p:pic>
      <p:sp>
        <p:nvSpPr>
          <p:cNvPr id="18"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9"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20" name="Image 6" descr="preencoded.png">    </p:cNvPr>
          <p:cNvPicPr>
            <a:picLocks noChangeAspect="1"/>
          </p:cNvPicPr>
          <p:nvPr/>
        </p:nvPicPr>
        <p:blipFill>
          <a:blip r:embed="rId7"/>
          <a:stretch>
            <a:fillRect/>
          </a:stretch>
        </p:blipFill>
        <p:spPr>
          <a:xfrm>
            <a:off x="7315200" y="2148840"/>
            <a:ext cx="777240" cy="457200"/>
          </a:xfrm>
          <a:prstGeom prst="rect">
            <a:avLst/>
          </a:prstGeom>
        </p:spPr>
      </p:pic>
      <p:sp>
        <p:nvSpPr>
          <p:cNvPr id="21"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2"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3" name="Image 7" descr="preencoded.png">    </p:cNvPr>
          <p:cNvPicPr>
            <a:picLocks noChangeAspect="1"/>
          </p:cNvPicPr>
          <p:nvPr/>
        </p:nvPicPr>
        <p:blipFill>
          <a:blip r:embed="rId8"/>
          <a:stretch>
            <a:fillRect/>
          </a:stretch>
        </p:blipFill>
        <p:spPr>
          <a:xfrm>
            <a:off x="8302752" y="1517904"/>
            <a:ext cx="274320" cy="274320"/>
          </a:xfrm>
          <a:prstGeom prst="rect">
            <a:avLst/>
          </a:prstGeom>
        </p:spPr>
      </p:pic>
      <p:sp>
        <p:nvSpPr>
          <p:cNvPr id="24"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5"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6" name="Image 8" descr="preencoded.png">    </p:cNvPr>
          <p:cNvPicPr>
            <a:picLocks noChangeAspect="1"/>
          </p:cNvPicPr>
          <p:nvPr/>
        </p:nvPicPr>
        <p:blipFill>
          <a:blip r:embed="rId9"/>
          <a:stretch>
            <a:fillRect/>
          </a:stretch>
        </p:blipFill>
        <p:spPr>
          <a:xfrm>
            <a:off x="8302752" y="2103120"/>
            <a:ext cx="274320" cy="274320"/>
          </a:xfrm>
          <a:prstGeom prst="rect">
            <a:avLst/>
          </a:prstGeom>
        </p:spPr>
      </p:pic>
      <p:sp>
        <p:nvSpPr>
          <p:cNvPr id="27"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8"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9" name="Image 9" descr="preencoded.png">    </p:cNvPr>
          <p:cNvPicPr>
            <a:picLocks noChangeAspect="1"/>
          </p:cNvPicPr>
          <p:nvPr/>
        </p:nvPicPr>
        <p:blipFill>
          <a:blip r:embed="rId10"/>
          <a:stretch>
            <a:fillRect/>
          </a:stretch>
        </p:blipFill>
        <p:spPr>
          <a:xfrm>
            <a:off x="8302752" y="2688336"/>
            <a:ext cx="274320" cy="274320"/>
          </a:xfrm>
          <a:prstGeom prst="rect">
            <a:avLst/>
          </a:prstGeom>
        </p:spPr>
      </p:pic>
      <p:sp>
        <p:nvSpPr>
          <p:cNvPr id="30"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31"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2" name="Image 10" descr="preencoded.png">    </p:cNvPr>
          <p:cNvPicPr>
            <a:picLocks noChangeAspect="1"/>
          </p:cNvPicPr>
          <p:nvPr/>
        </p:nvPicPr>
        <p:blipFill>
          <a:blip r:embed="rId11"/>
          <a:stretch>
            <a:fillRect/>
          </a:stretch>
        </p:blipFill>
        <p:spPr>
          <a:xfrm>
            <a:off x="8275320" y="3300984"/>
            <a:ext cx="274320" cy="274320"/>
          </a:xfrm>
          <a:prstGeom prst="rect">
            <a:avLst/>
          </a:prstGeom>
        </p:spPr>
      </p:pic>
      <p:sp>
        <p:nvSpPr>
          <p:cNvPr id="33"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4"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5"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6"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7" name="Image 11" descr="preencoded.png">    </p:cNvPr>
          <p:cNvPicPr>
            <a:picLocks noChangeAspect="1"/>
          </p:cNvPicPr>
          <p:nvPr/>
        </p:nvPicPr>
        <p:blipFill>
          <a:blip r:embed="rId12"/>
          <a:stretch>
            <a:fillRect/>
          </a:stretch>
        </p:blipFill>
        <p:spPr>
          <a:xfrm>
            <a:off x="1150681" y="5402641"/>
            <a:ext cx="368686" cy="368686"/>
          </a:xfrm>
          <a:prstGeom prst="rect">
            <a:avLst/>
          </a:prstGeom>
        </p:spPr>
      </p:pic>
      <p:sp>
        <p:nvSpPr>
          <p:cNvPr id="38"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9"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40"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41" name="Image 12" descr="preencoded.png">    </p:cNvPr>
          <p:cNvPicPr>
            <a:picLocks noChangeAspect="1"/>
          </p:cNvPicPr>
          <p:nvPr/>
        </p:nvPicPr>
        <p:blipFill>
          <a:blip r:embed="rId13"/>
          <a:stretch>
            <a:fillRect/>
          </a:stretch>
        </p:blipFill>
        <p:spPr>
          <a:xfrm>
            <a:off x="4899721" y="5402641"/>
            <a:ext cx="368686" cy="368686"/>
          </a:xfrm>
          <a:prstGeom prst="rect">
            <a:avLst/>
          </a:prstGeom>
        </p:spPr>
      </p:pic>
      <p:sp>
        <p:nvSpPr>
          <p:cNvPr id="42"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3"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4"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5" name="Image 13" descr="preencoded.png">    </p:cNvPr>
          <p:cNvPicPr>
            <a:picLocks noChangeAspect="1"/>
          </p:cNvPicPr>
          <p:nvPr/>
        </p:nvPicPr>
        <p:blipFill>
          <a:blip r:embed="rId14"/>
          <a:stretch>
            <a:fillRect/>
          </a:stretch>
        </p:blipFill>
        <p:spPr>
          <a:xfrm>
            <a:off x="8648761" y="5402641"/>
            <a:ext cx="368686" cy="368686"/>
          </a:xfrm>
          <a:prstGeom prst="rect">
            <a:avLst/>
          </a:prstGeom>
        </p:spPr>
      </p:pic>
      <p:sp>
        <p:nvSpPr>
          <p:cNvPr id="46"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7"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7"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2"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7"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2"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7"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2"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7"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2"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pic>
        <p:nvPicPr>
          <p:cNvPr id="2" name="!!decor-bl" descr="preencoded.png">    </p:cNvPr>
          <p:cNvPicPr>
            <a:picLocks noChangeAspect="1"/>
          </p:cNvPicPr>
          <p:nvPr/>
        </p:nvPicPr>
        <p:blipFill>
          <a:blip r:embed="rId1"/>
          <a:stretch>
            <a:fillRect/>
          </a:stretch>
        </p:blipFill>
        <p:spPr>
          <a:xfrm>
            <a:off x="0" y="1371600"/>
            <a:ext cx="5486400" cy="5486400"/>
          </a:xfrm>
          <a:prstGeom prst="rect">
            <a:avLst/>
          </a:prstGeom>
        </p:spPr>
      </p:pic>
      <p:pic>
        <p:nvPicPr>
          <p:cNvPr id="3" name="!!decor-br" descr="preencoded.png">    </p:cNvPr>
          <p:cNvPicPr>
            <a:picLocks noChangeAspect="1"/>
          </p:cNvPicPr>
          <p:nvPr/>
        </p:nvPicPr>
        <p:blipFill>
          <a:blip r:embed="rId2"/>
          <a:stretch>
            <a:fillRect/>
          </a:stretch>
        </p:blipFill>
        <p:spPr>
          <a:xfrm>
            <a:off x="6705295"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6" name="Image 2" descr="preencoded.png">    </p:cNvPr>
          <p:cNvPicPr>
            <a:picLocks noChangeAspect="1"/>
          </p:cNvPicPr>
          <p:nvPr/>
        </p:nvPicPr>
        <p:blipFill>
          <a:blip r:embed="rId3"/>
          <a:stretch>
            <a:fillRect/>
          </a:stretch>
        </p:blipFill>
        <p:spPr>
          <a:xfrm>
            <a:off x="0" y="0"/>
            <a:ext cx="12191695" cy="6858000"/>
          </a:xfrm>
          <a:prstGeom prst="rect">
            <a:avLst/>
          </a:prstGeom>
        </p:spPr>
      </p:pic>
      <p:pic>
        <p:nvPicPr>
          <p:cNvPr id="7" name="Image 3" descr="preencoded.png">    </p:cNvPr>
          <p:cNvPicPr>
            <a:picLocks noChangeAspect="1"/>
          </p:cNvPicPr>
          <p:nvPr/>
        </p:nvPicPr>
        <p:blipFill>
          <a:blip r:embed="rId4"/>
          <a:stretch>
            <a:fillRect/>
          </a:stretch>
        </p:blipFill>
        <p:spPr>
          <a:xfrm>
            <a:off x="502920" y="4922215"/>
            <a:ext cx="822960" cy="822960"/>
          </a:xfrm>
          <a:prstGeom prst="rect">
            <a:avLst/>
          </a:prstGeom>
        </p:spPr>
      </p:pic>
      <p:pic>
        <p:nvPicPr>
          <p:cNvPr id="8" name="Image 4" descr="preencoded.png">    </p:cNvPr>
          <p:cNvPicPr>
            <a:picLocks noChangeAspect="1"/>
          </p:cNvPicPr>
          <p:nvPr/>
        </p:nvPicPr>
        <p:blipFill>
          <a:blip r:embed="rId5"/>
          <a:stretch>
            <a:fillRect/>
          </a:stretch>
        </p:blipFill>
        <p:spPr>
          <a:xfrm>
            <a:off x="3550615" y="3246120"/>
            <a:ext cx="822960" cy="822960"/>
          </a:xfrm>
          <a:prstGeom prst="rect">
            <a:avLst/>
          </a:prstGeom>
        </p:spPr>
      </p:pic>
      <p:sp>
        <p:nvSpPr>
          <p:cNvPr id="9"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10" name="Image 5" descr="preencoded.png">    </p:cNvPr>
          <p:cNvPicPr>
            <a:picLocks noChangeAspect="1"/>
          </p:cNvPicPr>
          <p:nvPr/>
        </p:nvPicPr>
        <p:blipFill>
          <a:blip r:embed="rId6"/>
          <a:stretch>
            <a:fillRect/>
          </a:stretch>
        </p:blipFill>
        <p:spPr>
          <a:xfrm>
            <a:off x="1726387" y="4615891"/>
            <a:ext cx="402336" cy="402336"/>
          </a:xfrm>
          <a:prstGeom prst="rect">
            <a:avLst/>
          </a:prstGeom>
        </p:spPr>
      </p:pic>
      <p:sp>
        <p:nvSpPr>
          <p:cNvPr id="11"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2"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3"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4"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5"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6"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7"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8"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9"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20"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21"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6" name="Shape 1"/>
          <p:cNvSpPr/>
          <p:nvPr/>
        </p:nvSpPr>
        <p:spPr>
          <a:xfrm>
            <a:off x="548640" y="1417320"/>
            <a:ext cx="11094415" cy="731520"/>
          </a:xfrm>
          <a:prstGeom prst="roundRect">
            <a:avLst>
              <a:gd name="adj" fmla="val 10000"/>
            </a:avLst>
          </a:prstGeom>
          <a:solidFill>
            <a:srgbClr val="A2C4BE"/>
          </a:solidFill>
          <a:ln/>
        </p:spPr>
      </p:sp>
      <p:sp>
        <p:nvSpPr>
          <p:cNvPr id="7"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8"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9"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0" name="Shape 5"/>
          <p:cNvSpPr/>
          <p:nvPr/>
        </p:nvSpPr>
        <p:spPr>
          <a:xfrm>
            <a:off x="548640" y="2258568"/>
            <a:ext cx="11094415" cy="731520"/>
          </a:xfrm>
          <a:prstGeom prst="roundRect">
            <a:avLst>
              <a:gd name="adj" fmla="val 10000"/>
            </a:avLst>
          </a:prstGeom>
          <a:solidFill>
            <a:srgbClr val="FFFFFF"/>
          </a:solidFill>
          <a:ln/>
        </p:spPr>
      </p:sp>
      <p:sp>
        <p:nvSpPr>
          <p:cNvPr id="11"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2"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3"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4" name="Shape 9"/>
          <p:cNvSpPr/>
          <p:nvPr/>
        </p:nvSpPr>
        <p:spPr>
          <a:xfrm>
            <a:off x="548640" y="3099816"/>
            <a:ext cx="11094415" cy="731520"/>
          </a:xfrm>
          <a:prstGeom prst="roundRect">
            <a:avLst>
              <a:gd name="adj" fmla="val 10000"/>
            </a:avLst>
          </a:prstGeom>
          <a:solidFill>
            <a:srgbClr val="FFFFFF"/>
          </a:solidFill>
          <a:ln/>
        </p:spPr>
      </p:sp>
      <p:sp>
        <p:nvSpPr>
          <p:cNvPr id="15"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6"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7"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8" name="Shape 13"/>
          <p:cNvSpPr/>
          <p:nvPr/>
        </p:nvSpPr>
        <p:spPr>
          <a:xfrm>
            <a:off x="548640" y="3941064"/>
            <a:ext cx="11094415" cy="731520"/>
          </a:xfrm>
          <a:prstGeom prst="roundRect">
            <a:avLst>
              <a:gd name="adj" fmla="val 10000"/>
            </a:avLst>
          </a:prstGeom>
          <a:solidFill>
            <a:srgbClr val="FFFFFF"/>
          </a:solidFill>
          <a:ln/>
        </p:spPr>
      </p:sp>
      <p:sp>
        <p:nvSpPr>
          <p:cNvPr id="19"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20"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21"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2" name="Shape 17"/>
          <p:cNvSpPr/>
          <p:nvPr/>
        </p:nvSpPr>
        <p:spPr>
          <a:xfrm>
            <a:off x="548640" y="4782312"/>
            <a:ext cx="11094415" cy="731520"/>
          </a:xfrm>
          <a:prstGeom prst="roundRect">
            <a:avLst>
              <a:gd name="adj" fmla="val 10000"/>
            </a:avLst>
          </a:prstGeom>
          <a:solidFill>
            <a:srgbClr val="FFFFFF"/>
          </a:solidFill>
          <a:ln/>
        </p:spPr>
      </p:sp>
      <p:sp>
        <p:nvSpPr>
          <p:cNvPr id="23"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4"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5"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6"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6"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7"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8"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9"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10"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11"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2"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3"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4"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5"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6"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7"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8"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9"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20"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21"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2"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3"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4"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5"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6"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7"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8"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9"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30"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31"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2"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3"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4"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5"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6"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7"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8"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9"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40"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41"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2"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3"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4"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5"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6"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7"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8"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9"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50"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51"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2"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3"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4"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5"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6"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6" name="Shape 1"/>
          <p:cNvSpPr/>
          <p:nvPr/>
        </p:nvSpPr>
        <p:spPr>
          <a:xfrm>
            <a:off x="548640" y="1371600"/>
            <a:ext cx="6400800" cy="914400"/>
          </a:xfrm>
          <a:prstGeom prst="roundRect">
            <a:avLst>
              <a:gd name="adj" fmla="val 8000"/>
            </a:avLst>
          </a:prstGeom>
          <a:solidFill>
            <a:srgbClr val="FFFFFF"/>
          </a:solidFill>
          <a:ln/>
        </p:spPr>
      </p:sp>
      <p:sp>
        <p:nvSpPr>
          <p:cNvPr id="7"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18058" y="1649578"/>
            <a:ext cx="358445" cy="358445"/>
          </a:xfrm>
          <a:prstGeom prst="rect">
            <a:avLst/>
          </a:prstGeom>
        </p:spPr>
      </p:pic>
      <p:sp>
        <p:nvSpPr>
          <p:cNvPr id="9"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10"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11" name="Shape 5"/>
          <p:cNvSpPr/>
          <p:nvPr/>
        </p:nvSpPr>
        <p:spPr>
          <a:xfrm>
            <a:off x="548640" y="2414016"/>
            <a:ext cx="6400800" cy="914400"/>
          </a:xfrm>
          <a:prstGeom prst="roundRect">
            <a:avLst>
              <a:gd name="adj" fmla="val 8000"/>
            </a:avLst>
          </a:prstGeom>
          <a:solidFill>
            <a:srgbClr val="FFFFFF"/>
          </a:solidFill>
          <a:ln/>
        </p:spPr>
      </p:sp>
      <p:sp>
        <p:nvSpPr>
          <p:cNvPr id="12"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3" name="Image 3" descr="preencoded.png">    </p:cNvPr>
          <p:cNvPicPr>
            <a:picLocks noChangeAspect="1"/>
          </p:cNvPicPr>
          <p:nvPr/>
        </p:nvPicPr>
        <p:blipFill>
          <a:blip r:embed="rId4"/>
          <a:stretch>
            <a:fillRect/>
          </a:stretch>
        </p:blipFill>
        <p:spPr>
          <a:xfrm>
            <a:off x="918058" y="2691994"/>
            <a:ext cx="358445" cy="358445"/>
          </a:xfrm>
          <a:prstGeom prst="rect">
            <a:avLst/>
          </a:prstGeom>
        </p:spPr>
      </p:pic>
      <p:sp>
        <p:nvSpPr>
          <p:cNvPr id="14"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5"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6" name="Shape 9"/>
          <p:cNvSpPr/>
          <p:nvPr/>
        </p:nvSpPr>
        <p:spPr>
          <a:xfrm>
            <a:off x="548640" y="3456432"/>
            <a:ext cx="6400800" cy="914400"/>
          </a:xfrm>
          <a:prstGeom prst="roundRect">
            <a:avLst>
              <a:gd name="adj" fmla="val 8000"/>
            </a:avLst>
          </a:prstGeom>
          <a:solidFill>
            <a:srgbClr val="FFFFFF"/>
          </a:solidFill>
          <a:ln/>
        </p:spPr>
      </p:sp>
      <p:sp>
        <p:nvSpPr>
          <p:cNvPr id="17"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8" name="Image 4" descr="preencoded.png">    </p:cNvPr>
          <p:cNvPicPr>
            <a:picLocks noChangeAspect="1"/>
          </p:cNvPicPr>
          <p:nvPr/>
        </p:nvPicPr>
        <p:blipFill>
          <a:blip r:embed="rId5"/>
          <a:stretch>
            <a:fillRect/>
          </a:stretch>
        </p:blipFill>
        <p:spPr>
          <a:xfrm>
            <a:off x="918058" y="3734410"/>
            <a:ext cx="358445" cy="358445"/>
          </a:xfrm>
          <a:prstGeom prst="rect">
            <a:avLst/>
          </a:prstGeom>
        </p:spPr>
      </p:pic>
      <p:sp>
        <p:nvSpPr>
          <p:cNvPr id="19"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20"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21" name="Shape 13"/>
          <p:cNvSpPr/>
          <p:nvPr/>
        </p:nvSpPr>
        <p:spPr>
          <a:xfrm>
            <a:off x="548640" y="4498848"/>
            <a:ext cx="6400800" cy="914400"/>
          </a:xfrm>
          <a:prstGeom prst="roundRect">
            <a:avLst>
              <a:gd name="adj" fmla="val 8000"/>
            </a:avLst>
          </a:prstGeom>
          <a:solidFill>
            <a:srgbClr val="FFFFFF"/>
          </a:solidFill>
          <a:ln/>
        </p:spPr>
      </p:sp>
      <p:sp>
        <p:nvSpPr>
          <p:cNvPr id="22"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3" name="Image 5" descr="preencoded.png">    </p:cNvPr>
          <p:cNvPicPr>
            <a:picLocks noChangeAspect="1"/>
          </p:cNvPicPr>
          <p:nvPr/>
        </p:nvPicPr>
        <p:blipFill>
          <a:blip r:embed="rId6"/>
          <a:stretch>
            <a:fillRect/>
          </a:stretch>
        </p:blipFill>
        <p:spPr>
          <a:xfrm>
            <a:off x="918058" y="4776826"/>
            <a:ext cx="358445" cy="358445"/>
          </a:xfrm>
          <a:prstGeom prst="rect">
            <a:avLst/>
          </a:prstGeom>
        </p:spPr>
      </p:pic>
      <p:sp>
        <p:nvSpPr>
          <p:cNvPr id="24"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5"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6" name="Shape 17"/>
          <p:cNvSpPr/>
          <p:nvPr/>
        </p:nvSpPr>
        <p:spPr>
          <a:xfrm>
            <a:off x="7269480" y="1371600"/>
            <a:ext cx="4373575" cy="4041648"/>
          </a:xfrm>
          <a:prstGeom prst="roundRect">
            <a:avLst>
              <a:gd name="adj" fmla="val 1810"/>
            </a:avLst>
          </a:prstGeom>
          <a:solidFill>
            <a:srgbClr val="FFFFFF"/>
          </a:solidFill>
          <a:ln/>
        </p:spPr>
      </p:sp>
      <p:sp>
        <p:nvSpPr>
          <p:cNvPr id="27"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8"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9"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0"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31"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2" name="Shape 23"/>
          <p:cNvSpPr/>
          <p:nvPr/>
        </p:nvSpPr>
        <p:spPr>
          <a:xfrm>
            <a:off x="548640" y="5806440"/>
            <a:ext cx="11094415" cy="594360"/>
          </a:xfrm>
          <a:prstGeom prst="roundRect">
            <a:avLst>
              <a:gd name="adj" fmla="val 12308"/>
            </a:avLst>
          </a:prstGeom>
          <a:solidFill>
            <a:srgbClr val="1F7A7A"/>
          </a:solidFill>
          <a:ln/>
        </p:spPr>
      </p:sp>
      <p:pic>
        <p:nvPicPr>
          <p:cNvPr id="33" name="Image 6" descr="preencoded.png">    </p:cNvPr>
          <p:cNvPicPr>
            <a:picLocks noChangeAspect="1"/>
          </p:cNvPicPr>
          <p:nvPr/>
        </p:nvPicPr>
        <p:blipFill>
          <a:blip r:embed="rId7"/>
          <a:stretch>
            <a:fillRect/>
          </a:stretch>
        </p:blipFill>
        <p:spPr>
          <a:xfrm>
            <a:off x="822960" y="5875020"/>
            <a:ext cx="457200" cy="457200"/>
          </a:xfrm>
          <a:prstGeom prst="rect">
            <a:avLst/>
          </a:prstGeom>
        </p:spPr>
      </p:pic>
      <p:sp>
        <p:nvSpPr>
          <p:cNvPr id="34"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6" name="Shape 1"/>
          <p:cNvSpPr/>
          <p:nvPr/>
        </p:nvSpPr>
        <p:spPr>
          <a:xfrm>
            <a:off x="548640" y="1463040"/>
            <a:ext cx="3515258" cy="2331720"/>
          </a:xfrm>
          <a:prstGeom prst="roundRect">
            <a:avLst>
              <a:gd name="adj" fmla="val 3137"/>
            </a:avLst>
          </a:prstGeom>
          <a:solidFill>
            <a:srgbClr val="FFFFFF"/>
          </a:solidFill>
          <a:ln/>
        </p:spPr>
      </p:sp>
      <p:sp>
        <p:nvSpPr>
          <p:cNvPr id="7"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897941" y="1766621"/>
            <a:ext cx="307238" cy="307238"/>
          </a:xfrm>
          <a:prstGeom prst="rect">
            <a:avLst/>
          </a:prstGeom>
        </p:spPr>
      </p:pic>
      <p:sp>
        <p:nvSpPr>
          <p:cNvPr id="9"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10"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11" name="Shape 5"/>
          <p:cNvSpPr/>
          <p:nvPr/>
        </p:nvSpPr>
        <p:spPr>
          <a:xfrm>
            <a:off x="2306269" y="3822192"/>
            <a:ext cx="0" cy="292608"/>
          </a:xfrm>
          <a:prstGeom prst="line">
            <a:avLst/>
          </a:prstGeom>
          <a:noFill/>
          <a:ln w="25400">
            <a:solidFill>
              <a:srgbClr val="5F6B7A"/>
            </a:solidFill>
            <a:prstDash val="solid"/>
            <a:tailEnd type="triangle"/>
          </a:ln>
        </p:spPr>
      </p:sp>
      <p:sp>
        <p:nvSpPr>
          <p:cNvPr id="12" name="Shape 6"/>
          <p:cNvSpPr/>
          <p:nvPr/>
        </p:nvSpPr>
        <p:spPr>
          <a:xfrm>
            <a:off x="4338218" y="1463040"/>
            <a:ext cx="3515258" cy="2331720"/>
          </a:xfrm>
          <a:prstGeom prst="roundRect">
            <a:avLst>
              <a:gd name="adj" fmla="val 3137"/>
            </a:avLst>
          </a:prstGeom>
          <a:solidFill>
            <a:srgbClr val="FFFFFF"/>
          </a:solidFill>
          <a:ln/>
        </p:spPr>
      </p:sp>
      <p:sp>
        <p:nvSpPr>
          <p:cNvPr id="13"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4" name="Image 3" descr="preencoded.png">    </p:cNvPr>
          <p:cNvPicPr>
            <a:picLocks noChangeAspect="1"/>
          </p:cNvPicPr>
          <p:nvPr/>
        </p:nvPicPr>
        <p:blipFill>
          <a:blip r:embed="rId4"/>
          <a:stretch>
            <a:fillRect/>
          </a:stretch>
        </p:blipFill>
        <p:spPr>
          <a:xfrm>
            <a:off x="4687519" y="1766621"/>
            <a:ext cx="307238" cy="307238"/>
          </a:xfrm>
          <a:prstGeom prst="rect">
            <a:avLst/>
          </a:prstGeom>
        </p:spPr>
      </p:pic>
      <p:sp>
        <p:nvSpPr>
          <p:cNvPr id="15"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6"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7"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8"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9"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20"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21"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2"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3" name="Shape 16"/>
          <p:cNvSpPr/>
          <p:nvPr/>
        </p:nvSpPr>
        <p:spPr>
          <a:xfrm>
            <a:off x="6095848" y="3822192"/>
            <a:ext cx="0" cy="292608"/>
          </a:xfrm>
          <a:prstGeom prst="line">
            <a:avLst/>
          </a:prstGeom>
          <a:noFill/>
          <a:ln w="25400">
            <a:solidFill>
              <a:srgbClr val="5F6B7A"/>
            </a:solidFill>
            <a:prstDash val="solid"/>
            <a:tailEnd type="triangle"/>
          </a:ln>
        </p:spPr>
      </p:sp>
      <p:sp>
        <p:nvSpPr>
          <p:cNvPr id="24" name="Shape 17"/>
          <p:cNvSpPr/>
          <p:nvPr/>
        </p:nvSpPr>
        <p:spPr>
          <a:xfrm>
            <a:off x="8127797" y="1463040"/>
            <a:ext cx="3515258" cy="2331720"/>
          </a:xfrm>
          <a:prstGeom prst="roundRect">
            <a:avLst>
              <a:gd name="adj" fmla="val 3137"/>
            </a:avLst>
          </a:prstGeom>
          <a:solidFill>
            <a:srgbClr val="FFFFFF"/>
          </a:solidFill>
          <a:ln/>
        </p:spPr>
      </p:sp>
      <p:sp>
        <p:nvSpPr>
          <p:cNvPr id="25"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6" name="Image 4" descr="preencoded.png">    </p:cNvPr>
          <p:cNvPicPr>
            <a:picLocks noChangeAspect="1"/>
          </p:cNvPicPr>
          <p:nvPr/>
        </p:nvPicPr>
        <p:blipFill>
          <a:blip r:embed="rId5"/>
          <a:stretch>
            <a:fillRect/>
          </a:stretch>
        </p:blipFill>
        <p:spPr>
          <a:xfrm>
            <a:off x="8477098" y="1766621"/>
            <a:ext cx="307238" cy="307238"/>
          </a:xfrm>
          <a:prstGeom prst="rect">
            <a:avLst/>
          </a:prstGeom>
        </p:spPr>
      </p:pic>
      <p:sp>
        <p:nvSpPr>
          <p:cNvPr id="27"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8"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9" name="Shape 21"/>
          <p:cNvSpPr/>
          <p:nvPr/>
        </p:nvSpPr>
        <p:spPr>
          <a:xfrm>
            <a:off x="9885426" y="3822192"/>
            <a:ext cx="0" cy="292608"/>
          </a:xfrm>
          <a:prstGeom prst="line">
            <a:avLst/>
          </a:prstGeom>
          <a:noFill/>
          <a:ln w="25400">
            <a:solidFill>
              <a:srgbClr val="5F6B7A"/>
            </a:solidFill>
            <a:prstDash val="solid"/>
            <a:tailEnd type="triangle"/>
          </a:ln>
        </p:spPr>
      </p:sp>
      <p:sp>
        <p:nvSpPr>
          <p:cNvPr id="30"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31" name="Shape 23"/>
          <p:cNvSpPr/>
          <p:nvPr/>
        </p:nvSpPr>
        <p:spPr>
          <a:xfrm>
            <a:off x="548640" y="5074920"/>
            <a:ext cx="11094415" cy="731520"/>
          </a:xfrm>
          <a:prstGeom prst="roundRect">
            <a:avLst>
              <a:gd name="adj" fmla="val 10000"/>
            </a:avLst>
          </a:prstGeom>
          <a:solidFill>
            <a:srgbClr val="1F7A7A"/>
          </a:solidFill>
          <a:ln/>
        </p:spPr>
      </p:sp>
      <p:pic>
        <p:nvPicPr>
          <p:cNvPr id="32" name="Image 5" descr="preencoded.png">    </p:cNvPr>
          <p:cNvPicPr>
            <a:picLocks noChangeAspect="1"/>
          </p:cNvPicPr>
          <p:nvPr/>
        </p:nvPicPr>
        <p:blipFill>
          <a:blip r:embed="rId6"/>
          <a:stretch>
            <a:fillRect/>
          </a:stretch>
        </p:blipFill>
        <p:spPr>
          <a:xfrm>
            <a:off x="822960" y="5212080"/>
            <a:ext cx="457200" cy="457200"/>
          </a:xfrm>
          <a:prstGeom prst="rect">
            <a:avLst/>
          </a:prstGeom>
        </p:spPr>
      </p:pic>
      <p:sp>
        <p:nvSpPr>
          <p:cNvPr id="33"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6"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7"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8"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9" name="Shape 4"/>
          <p:cNvSpPr/>
          <p:nvPr/>
        </p:nvSpPr>
        <p:spPr>
          <a:xfrm>
            <a:off x="548640" y="1783080"/>
            <a:ext cx="2008571" cy="3566160"/>
          </a:xfrm>
          <a:prstGeom prst="roundRect">
            <a:avLst>
              <a:gd name="adj" fmla="val 3642"/>
            </a:avLst>
          </a:prstGeom>
          <a:solidFill>
            <a:srgbClr val="FFFFFF"/>
          </a:solidFill>
          <a:ln/>
        </p:spPr>
      </p:sp>
      <p:sp>
        <p:nvSpPr>
          <p:cNvPr id="10"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11" name="Image 2" descr="preencoded.png">    </p:cNvPr>
          <p:cNvPicPr>
            <a:picLocks noChangeAspect="1"/>
          </p:cNvPicPr>
          <p:nvPr/>
        </p:nvPicPr>
        <p:blipFill>
          <a:blip r:embed="rId3"/>
          <a:stretch>
            <a:fillRect/>
          </a:stretch>
        </p:blipFill>
        <p:spPr>
          <a:xfrm>
            <a:off x="852221" y="2086661"/>
            <a:ext cx="307238" cy="307238"/>
          </a:xfrm>
          <a:prstGeom prst="rect">
            <a:avLst/>
          </a:prstGeom>
        </p:spPr>
      </p:pic>
      <p:sp>
        <p:nvSpPr>
          <p:cNvPr id="12"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3"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4"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5"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6"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7"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8"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9"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20" name="Shape 14"/>
          <p:cNvSpPr/>
          <p:nvPr/>
        </p:nvSpPr>
        <p:spPr>
          <a:xfrm>
            <a:off x="2740091" y="1783080"/>
            <a:ext cx="2008571" cy="3566160"/>
          </a:xfrm>
          <a:prstGeom prst="roundRect">
            <a:avLst>
              <a:gd name="adj" fmla="val 3642"/>
            </a:avLst>
          </a:prstGeom>
          <a:solidFill>
            <a:srgbClr val="FFFFFF"/>
          </a:solidFill>
          <a:ln/>
        </p:spPr>
      </p:sp>
      <p:sp>
        <p:nvSpPr>
          <p:cNvPr id="21"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3043672" y="2086661"/>
            <a:ext cx="307238" cy="307238"/>
          </a:xfrm>
          <a:prstGeom prst="rect">
            <a:avLst/>
          </a:prstGeom>
        </p:spPr>
      </p:pic>
      <p:sp>
        <p:nvSpPr>
          <p:cNvPr id="23"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4"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5"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6"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7"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8"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9" name="Shape 22"/>
          <p:cNvSpPr/>
          <p:nvPr/>
        </p:nvSpPr>
        <p:spPr>
          <a:xfrm>
            <a:off x="4931542" y="1783080"/>
            <a:ext cx="2008571" cy="3566160"/>
          </a:xfrm>
          <a:prstGeom prst="roundRect">
            <a:avLst>
              <a:gd name="adj" fmla="val 3642"/>
            </a:avLst>
          </a:prstGeom>
          <a:solidFill>
            <a:srgbClr val="FFFFFF"/>
          </a:solidFill>
          <a:ln/>
        </p:spPr>
      </p:sp>
      <p:sp>
        <p:nvSpPr>
          <p:cNvPr id="30"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5235123" y="2086661"/>
            <a:ext cx="307238" cy="307238"/>
          </a:xfrm>
          <a:prstGeom prst="rect">
            <a:avLst/>
          </a:prstGeom>
        </p:spPr>
      </p:pic>
      <p:sp>
        <p:nvSpPr>
          <p:cNvPr id="32"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3"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4"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5"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6"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7"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8"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9" name="Shape 31"/>
          <p:cNvSpPr/>
          <p:nvPr/>
        </p:nvSpPr>
        <p:spPr>
          <a:xfrm>
            <a:off x="7122993" y="1783080"/>
            <a:ext cx="2008571" cy="3566160"/>
          </a:xfrm>
          <a:prstGeom prst="roundRect">
            <a:avLst>
              <a:gd name="adj" fmla="val 3642"/>
            </a:avLst>
          </a:prstGeom>
          <a:solidFill>
            <a:srgbClr val="FFFFFF"/>
          </a:solidFill>
          <a:ln/>
        </p:spPr>
      </p:sp>
      <p:sp>
        <p:nvSpPr>
          <p:cNvPr id="40"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41" name="Image 5" descr="preencoded.png">    </p:cNvPr>
          <p:cNvPicPr>
            <a:picLocks noChangeAspect="1"/>
          </p:cNvPicPr>
          <p:nvPr/>
        </p:nvPicPr>
        <p:blipFill>
          <a:blip r:embed="rId6"/>
          <a:stretch>
            <a:fillRect/>
          </a:stretch>
        </p:blipFill>
        <p:spPr>
          <a:xfrm>
            <a:off x="7426574" y="2086661"/>
            <a:ext cx="307238" cy="307238"/>
          </a:xfrm>
          <a:prstGeom prst="rect">
            <a:avLst/>
          </a:prstGeom>
        </p:spPr>
      </p:pic>
      <p:sp>
        <p:nvSpPr>
          <p:cNvPr id="42"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3"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4" name="Text 35"/>
          <p:cNvSpPr/>
          <p:nvPr/>
        </p:nvSpPr>
        <p:spPr>
          <a:xfrm>
            <a:off x="7305873" y="3566160"/>
            <a:ext cx="343814" cy="274320"/>
          </a:xfrm>
          <a:prstGeom prst="roundRect">
            <a:avLst>
              <a:gd name="adj" fmla="val 46667"/>
            </a:avLst>
          </a:prstGeom>
          <a:solidFill>
            <a:srgbClr val="B91C1C"/>
          </a:solidFill>
          <a:ln/>
        </p:spPr>
        <p:txBody>
          <a:bodyPr wrap="non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on</a:t>
            </a:r>
            <a:endParaRPr lang="en-US" sz="1300" dirty="0"/>
          </a:p>
        </p:txBody>
      </p:sp>
      <p:sp>
        <p:nvSpPr>
          <p:cNvPr id="45"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6"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7" name="Shape 38"/>
          <p:cNvSpPr/>
          <p:nvPr/>
        </p:nvSpPr>
        <p:spPr>
          <a:xfrm>
            <a:off x="9634484" y="1783080"/>
            <a:ext cx="2008571" cy="3566160"/>
          </a:xfrm>
          <a:prstGeom prst="roundRect">
            <a:avLst>
              <a:gd name="adj" fmla="val 3642"/>
            </a:avLst>
          </a:prstGeom>
          <a:solidFill>
            <a:srgbClr val="A2C4BE"/>
          </a:solidFill>
          <a:ln/>
        </p:spPr>
      </p:sp>
      <p:sp>
        <p:nvSpPr>
          <p:cNvPr id="48"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9" name="Image 6" descr="preencoded.png">    </p:cNvPr>
          <p:cNvPicPr>
            <a:picLocks noChangeAspect="1"/>
          </p:cNvPicPr>
          <p:nvPr/>
        </p:nvPicPr>
        <p:blipFill>
          <a:blip r:embed="rId7"/>
          <a:stretch>
            <a:fillRect/>
          </a:stretch>
        </p:blipFill>
        <p:spPr>
          <a:xfrm>
            <a:off x="9938065" y="2086661"/>
            <a:ext cx="307238" cy="307238"/>
          </a:xfrm>
          <a:prstGeom prst="rect">
            <a:avLst/>
          </a:prstGeom>
        </p:spPr>
      </p:pic>
      <p:sp>
        <p:nvSpPr>
          <p:cNvPr id="50"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51"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2"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3"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4"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3246120"/>
            <a:ext cx="1463040" cy="1234440"/>
          </a:xfrm>
          <a:prstGeom prst="roundRect">
            <a:avLst>
              <a:gd name="adj" fmla="val 5926"/>
            </a:avLst>
          </a:prstGeom>
          <a:solidFill>
            <a:srgbClr val="AEB7C2"/>
          </a:solidFill>
          <a:ln/>
        </p:spPr>
      </p:sp>
      <p:sp>
        <p:nvSpPr>
          <p:cNvPr id="11"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3456432"/>
            <a:ext cx="256032" cy="256032"/>
          </a:xfrm>
          <a:prstGeom prst="rect">
            <a:avLst/>
          </a:prstGeom>
        </p:spPr>
      </p:pic>
      <p:sp>
        <p:nvSpPr>
          <p:cNvPr id="13"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3863340"/>
            <a:ext cx="258013" cy="0"/>
          </a:xfrm>
          <a:prstGeom prst="line">
            <a:avLst/>
          </a:prstGeom>
          <a:noFill/>
          <a:ln w="25400">
            <a:solidFill>
              <a:srgbClr val="9AA6B3"/>
            </a:solidFill>
            <a:prstDash val="solid"/>
            <a:tailEnd type="triangle"/>
          </a:ln>
        </p:spPr>
      </p:sp>
      <p:sp>
        <p:nvSpPr>
          <p:cNvPr id="15" name="!!state-1#0"/>
          <p:cNvSpPr/>
          <p:nvPr/>
        </p:nvSpPr>
        <p:spPr>
          <a:xfrm>
            <a:off x="2306269" y="3246120"/>
            <a:ext cx="1463040" cy="1234440"/>
          </a:xfrm>
          <a:prstGeom prst="roundRect">
            <a:avLst>
              <a:gd name="adj" fmla="val 5926"/>
            </a:avLst>
          </a:prstGeom>
          <a:solidFill>
            <a:srgbClr val="E9EDF2"/>
          </a:solidFill>
          <a:ln/>
        </p:spPr>
      </p:sp>
      <p:sp>
        <p:nvSpPr>
          <p:cNvPr id="16"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2909773" y="3456432"/>
            <a:ext cx="256032" cy="256032"/>
          </a:xfrm>
          <a:prstGeom prst="rect">
            <a:avLst/>
          </a:prstGeom>
        </p:spPr>
      </p:pic>
      <p:sp>
        <p:nvSpPr>
          <p:cNvPr id="18"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3863340"/>
            <a:ext cx="258013" cy="0"/>
          </a:xfrm>
          <a:prstGeom prst="line">
            <a:avLst/>
          </a:prstGeom>
          <a:noFill/>
          <a:ln w="25400">
            <a:solidFill>
              <a:srgbClr val="9AA6B3"/>
            </a:solidFill>
            <a:prstDash val="solid"/>
            <a:tailEnd type="triangle"/>
          </a:ln>
        </p:spPr>
      </p:sp>
      <p:sp>
        <p:nvSpPr>
          <p:cNvPr id="20" name="!!state-2#0"/>
          <p:cNvSpPr/>
          <p:nvPr/>
        </p:nvSpPr>
        <p:spPr>
          <a:xfrm>
            <a:off x="4063898" y="3246120"/>
            <a:ext cx="1463040" cy="1234440"/>
          </a:xfrm>
          <a:prstGeom prst="roundRect">
            <a:avLst>
              <a:gd name="adj" fmla="val 5926"/>
            </a:avLst>
          </a:prstGeom>
          <a:solidFill>
            <a:srgbClr val="E9EDF2"/>
          </a:solidFill>
          <a:ln/>
        </p:spPr>
      </p:sp>
      <p:sp>
        <p:nvSpPr>
          <p:cNvPr id="21"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3456432"/>
            <a:ext cx="256032" cy="256032"/>
          </a:xfrm>
          <a:prstGeom prst="rect">
            <a:avLst/>
          </a:prstGeom>
        </p:spPr>
      </p:pic>
      <p:sp>
        <p:nvSpPr>
          <p:cNvPr id="23"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3863340"/>
            <a:ext cx="258013" cy="0"/>
          </a:xfrm>
          <a:prstGeom prst="line">
            <a:avLst/>
          </a:prstGeom>
          <a:noFill/>
          <a:ln w="25400">
            <a:solidFill>
              <a:srgbClr val="9AA6B3"/>
            </a:solidFill>
            <a:prstDash val="solid"/>
            <a:tailEnd type="triangle"/>
          </a:ln>
        </p:spPr>
      </p:sp>
      <p:sp>
        <p:nvSpPr>
          <p:cNvPr id="25" name="!!state-3#0"/>
          <p:cNvSpPr/>
          <p:nvPr/>
        </p:nvSpPr>
        <p:spPr>
          <a:xfrm>
            <a:off x="5821528" y="3246120"/>
            <a:ext cx="1463040" cy="1234440"/>
          </a:xfrm>
          <a:prstGeom prst="roundRect">
            <a:avLst>
              <a:gd name="adj" fmla="val 5926"/>
            </a:avLst>
          </a:prstGeom>
          <a:solidFill>
            <a:srgbClr val="E9EDF2"/>
          </a:solidFill>
          <a:ln/>
        </p:spPr>
      </p:sp>
      <p:sp>
        <p:nvSpPr>
          <p:cNvPr id="26"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3456432"/>
            <a:ext cx="256032" cy="256032"/>
          </a:xfrm>
          <a:prstGeom prst="rect">
            <a:avLst/>
          </a:prstGeom>
        </p:spPr>
      </p:pic>
      <p:sp>
        <p:nvSpPr>
          <p:cNvPr id="28"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3863340"/>
            <a:ext cx="258013" cy="0"/>
          </a:xfrm>
          <a:prstGeom prst="line">
            <a:avLst/>
          </a:prstGeom>
          <a:noFill/>
          <a:ln w="25400">
            <a:solidFill>
              <a:srgbClr val="9AA6B3"/>
            </a:solidFill>
            <a:prstDash val="solid"/>
            <a:tailEnd type="triangle"/>
          </a:ln>
        </p:spPr>
      </p:sp>
      <p:sp>
        <p:nvSpPr>
          <p:cNvPr id="30" name="!!state-4#0"/>
          <p:cNvSpPr/>
          <p:nvPr/>
        </p:nvSpPr>
        <p:spPr>
          <a:xfrm>
            <a:off x="7579157" y="3246120"/>
            <a:ext cx="1463040" cy="1234440"/>
          </a:xfrm>
          <a:prstGeom prst="roundRect">
            <a:avLst>
              <a:gd name="adj" fmla="val 5926"/>
            </a:avLst>
          </a:prstGeom>
          <a:solidFill>
            <a:srgbClr val="E9EDF2"/>
          </a:solidFill>
          <a:ln/>
        </p:spPr>
      </p:sp>
      <p:sp>
        <p:nvSpPr>
          <p:cNvPr id="31"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3456432"/>
            <a:ext cx="256032" cy="256032"/>
          </a:xfrm>
          <a:prstGeom prst="rect">
            <a:avLst/>
          </a:prstGeom>
        </p:spPr>
      </p:pic>
      <p:sp>
        <p:nvSpPr>
          <p:cNvPr id="33"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3863340"/>
            <a:ext cx="258013" cy="0"/>
          </a:xfrm>
          <a:prstGeom prst="line">
            <a:avLst/>
          </a:prstGeom>
          <a:noFill/>
          <a:ln w="25400">
            <a:solidFill>
              <a:srgbClr val="9AA6B3"/>
            </a:solidFill>
            <a:prstDash val="solid"/>
            <a:tailEnd type="triangle"/>
          </a:ln>
        </p:spPr>
      </p:sp>
      <p:sp>
        <p:nvSpPr>
          <p:cNvPr id="35" name="!!state-5#0"/>
          <p:cNvSpPr/>
          <p:nvPr/>
        </p:nvSpPr>
        <p:spPr>
          <a:xfrm>
            <a:off x="9336786" y="3406140"/>
            <a:ext cx="1005840" cy="914400"/>
          </a:xfrm>
          <a:prstGeom prst="roundRect">
            <a:avLst>
              <a:gd name="adj" fmla="val 8000"/>
            </a:avLst>
          </a:prstGeom>
          <a:solidFill>
            <a:srgbClr val="E9EDF2"/>
          </a:solidFill>
          <a:ln/>
        </p:spPr>
      </p:sp>
      <p:sp>
        <p:nvSpPr>
          <p:cNvPr id="36"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3570000"/>
            <a:ext cx="184343" cy="184343"/>
          </a:xfrm>
          <a:prstGeom prst="rect">
            <a:avLst/>
          </a:prstGeom>
        </p:spPr>
      </p:pic>
      <p:sp>
        <p:nvSpPr>
          <p:cNvPr id="38"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3863340"/>
            <a:ext cx="258013" cy="0"/>
          </a:xfrm>
          <a:prstGeom prst="line">
            <a:avLst/>
          </a:prstGeom>
          <a:noFill/>
          <a:ln w="25400">
            <a:solidFill>
              <a:srgbClr val="9AA6B3"/>
            </a:solidFill>
            <a:prstDash val="solid"/>
            <a:tailEnd type="triangle"/>
          </a:ln>
        </p:spPr>
      </p:sp>
      <p:sp>
        <p:nvSpPr>
          <p:cNvPr id="40" name="!!state-6#0"/>
          <p:cNvSpPr/>
          <p:nvPr/>
        </p:nvSpPr>
        <p:spPr>
          <a:xfrm>
            <a:off x="10637215" y="3406140"/>
            <a:ext cx="1005840" cy="914400"/>
          </a:xfrm>
          <a:prstGeom prst="roundRect">
            <a:avLst>
              <a:gd name="adj" fmla="val 8000"/>
            </a:avLst>
          </a:prstGeom>
          <a:solidFill>
            <a:srgbClr val="E9EDF2"/>
          </a:solidFill>
          <a:ln/>
        </p:spPr>
      </p:sp>
      <p:sp>
        <p:nvSpPr>
          <p:cNvPr id="41"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3570000"/>
            <a:ext cx="184343" cy="184343"/>
          </a:xfrm>
          <a:prstGeom prst="rect">
            <a:avLst/>
          </a:prstGeom>
        </p:spPr>
      </p:pic>
      <p:sp>
        <p:nvSpPr>
          <p:cNvPr id="43"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4480560"/>
            <a:ext cx="0" cy="201168"/>
          </a:xfrm>
          <a:prstGeom prst="line">
            <a:avLst/>
          </a:prstGeom>
          <a:noFill/>
          <a:ln w="25400">
            <a:solidFill>
              <a:srgbClr val="9AA6B3"/>
            </a:solidFill>
            <a:prstDash val="solid"/>
          </a:ln>
        </p:spPr>
      </p:sp>
      <p:sp>
        <p:nvSpPr>
          <p:cNvPr id="45" name="!!deny#1"/>
          <p:cNvSpPr/>
          <p:nvPr/>
        </p:nvSpPr>
        <p:spPr>
          <a:xfrm>
            <a:off x="4795418" y="4681728"/>
            <a:ext cx="3515258" cy="0"/>
          </a:xfrm>
          <a:prstGeom prst="line">
            <a:avLst/>
          </a:prstGeom>
          <a:noFill/>
          <a:ln w="25400">
            <a:solidFill>
              <a:srgbClr val="9AA6B3"/>
            </a:solidFill>
            <a:prstDash val="solid"/>
          </a:ln>
        </p:spPr>
      </p:sp>
      <p:sp>
        <p:nvSpPr>
          <p:cNvPr id="46" name="!!deny#2"/>
          <p:cNvSpPr/>
          <p:nvPr/>
        </p:nvSpPr>
        <p:spPr>
          <a:xfrm flipV="1">
            <a:off x="8310677" y="4480560"/>
            <a:ext cx="0" cy="201168"/>
          </a:xfrm>
          <a:prstGeom prst="line">
            <a:avLst/>
          </a:prstGeom>
          <a:noFill/>
          <a:ln w="25400">
            <a:solidFill>
              <a:srgbClr val="9AA6B3"/>
            </a:solidFill>
            <a:prstDash val="solid"/>
            <a:tailEnd type="triangle"/>
          </a:ln>
        </p:spPr>
      </p:sp>
      <p:sp>
        <p:nvSpPr>
          <p:cNvPr id="47"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25400">
            <a:solidFill>
              <a:srgbClr val="9AA6B3"/>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E9EDF2"/>
          </a:solidFill>
          <a:ln/>
        </p:spPr>
      </p:sp>
      <p:sp>
        <p:nvSpPr>
          <p:cNvPr id="21"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E9EDF2"/>
          </a:solidFill>
          <a:ln/>
        </p:spPr>
      </p:sp>
      <p:sp>
        <p:nvSpPr>
          <p:cNvPr id="31"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25400">
            <a:solidFill>
              <a:srgbClr val="9AA6B3"/>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E9EDF2"/>
          </a:solidFill>
          <a:ln/>
        </p:spPr>
      </p:sp>
      <p:sp>
        <p:nvSpPr>
          <p:cNvPr id="36"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25400">
            <a:solidFill>
              <a:srgbClr val="9AA6B3"/>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E9EDF2"/>
          </a:solidFill>
          <a:ln/>
        </p:spPr>
      </p:sp>
      <p:sp>
        <p:nvSpPr>
          <p:cNvPr id="41"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2"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3"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4"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5"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6"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7"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A6BCD6"/>
          </a:solidFill>
          <a:ln/>
        </p:spPr>
      </p:sp>
      <p:sp>
        <p:nvSpPr>
          <p:cNvPr id="21"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E9EDF2"/>
          </a:solidFill>
          <a:ln/>
        </p:spPr>
      </p:sp>
      <p:sp>
        <p:nvSpPr>
          <p:cNvPr id="31"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25400">
            <a:solidFill>
              <a:srgbClr val="9AA6B3"/>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E9EDF2"/>
          </a:solidFill>
          <a:ln/>
        </p:spPr>
      </p:sp>
      <p:sp>
        <p:nvSpPr>
          <p:cNvPr id="36"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25400">
            <a:solidFill>
              <a:srgbClr val="9AA6B3"/>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E9EDF2"/>
          </a:solidFill>
          <a:ln/>
        </p:spPr>
      </p:sp>
      <p:sp>
        <p:nvSpPr>
          <p:cNvPr id="41"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2"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3"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4"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5"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6"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7"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8"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9"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60"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61"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A6BCD6"/>
          </a:solidFill>
          <a:ln/>
        </p:spPr>
      </p:sp>
      <p:sp>
        <p:nvSpPr>
          <p:cNvPr id="21"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44450">
            <a:solidFill>
              <a:srgbClr val="1B365D"/>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AEB7C2"/>
          </a:solidFill>
          <a:ln/>
        </p:spPr>
      </p:sp>
      <p:sp>
        <p:nvSpPr>
          <p:cNvPr id="26"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44450">
            <a:solidFill>
              <a:srgbClr val="1B365D"/>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A6BCD6"/>
          </a:solidFill>
          <a:ln/>
        </p:spPr>
      </p:sp>
      <p:sp>
        <p:nvSpPr>
          <p:cNvPr id="31"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44450">
            <a:solidFill>
              <a:srgbClr val="1B365D"/>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AEB7C2"/>
          </a:solidFill>
          <a:ln/>
        </p:spPr>
      </p:sp>
      <p:sp>
        <p:nvSpPr>
          <p:cNvPr id="36"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44450">
            <a:solidFill>
              <a:srgbClr val="1B365D"/>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AEB7C2"/>
          </a:solidFill>
          <a:ln/>
        </p:spPr>
      </p:sp>
      <p:sp>
        <p:nvSpPr>
          <p:cNvPr id="41"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2"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3"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3246120"/>
            <a:ext cx="1463040" cy="1234440"/>
          </a:xfrm>
          <a:prstGeom prst="roundRect">
            <a:avLst>
              <a:gd name="adj" fmla="val 5926"/>
            </a:avLst>
          </a:prstGeom>
          <a:solidFill>
            <a:srgbClr val="AEB7C2"/>
          </a:solidFill>
          <a:ln/>
        </p:spPr>
      </p:sp>
      <p:sp>
        <p:nvSpPr>
          <p:cNvPr id="11"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3456432"/>
            <a:ext cx="256032" cy="256032"/>
          </a:xfrm>
          <a:prstGeom prst="rect">
            <a:avLst/>
          </a:prstGeom>
        </p:spPr>
      </p:pic>
      <p:sp>
        <p:nvSpPr>
          <p:cNvPr id="13"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3863340"/>
            <a:ext cx="258013" cy="0"/>
          </a:xfrm>
          <a:prstGeom prst="line">
            <a:avLst/>
          </a:prstGeom>
          <a:noFill/>
          <a:ln w="25400">
            <a:solidFill>
              <a:srgbClr val="9AA6B3"/>
            </a:solidFill>
            <a:prstDash val="solid"/>
            <a:tailEnd type="triangle"/>
          </a:ln>
        </p:spPr>
      </p:sp>
      <p:sp>
        <p:nvSpPr>
          <p:cNvPr id="15" name="!!state-1#0"/>
          <p:cNvSpPr/>
          <p:nvPr/>
        </p:nvSpPr>
        <p:spPr>
          <a:xfrm>
            <a:off x="2306269" y="3246120"/>
            <a:ext cx="1463040" cy="1234440"/>
          </a:xfrm>
          <a:prstGeom prst="roundRect">
            <a:avLst>
              <a:gd name="adj" fmla="val 5926"/>
            </a:avLst>
          </a:prstGeom>
          <a:solidFill>
            <a:srgbClr val="E9EDF2"/>
          </a:solidFill>
          <a:ln/>
        </p:spPr>
      </p:sp>
      <p:sp>
        <p:nvSpPr>
          <p:cNvPr id="16"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2909773" y="3456432"/>
            <a:ext cx="256032" cy="256032"/>
          </a:xfrm>
          <a:prstGeom prst="rect">
            <a:avLst/>
          </a:prstGeom>
        </p:spPr>
      </p:pic>
      <p:sp>
        <p:nvSpPr>
          <p:cNvPr id="18"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3863340"/>
            <a:ext cx="258013" cy="0"/>
          </a:xfrm>
          <a:prstGeom prst="line">
            <a:avLst/>
          </a:prstGeom>
          <a:noFill/>
          <a:ln w="25400">
            <a:solidFill>
              <a:srgbClr val="9AA6B3"/>
            </a:solidFill>
            <a:prstDash val="solid"/>
            <a:tailEnd type="triangle"/>
          </a:ln>
        </p:spPr>
      </p:sp>
      <p:sp>
        <p:nvSpPr>
          <p:cNvPr id="20" name="!!state-2#0"/>
          <p:cNvSpPr/>
          <p:nvPr/>
        </p:nvSpPr>
        <p:spPr>
          <a:xfrm>
            <a:off x="4063898" y="3246120"/>
            <a:ext cx="1463040" cy="1234440"/>
          </a:xfrm>
          <a:prstGeom prst="roundRect">
            <a:avLst>
              <a:gd name="adj" fmla="val 5926"/>
            </a:avLst>
          </a:prstGeom>
          <a:solidFill>
            <a:srgbClr val="E9EDF2"/>
          </a:solidFill>
          <a:ln/>
        </p:spPr>
      </p:sp>
      <p:sp>
        <p:nvSpPr>
          <p:cNvPr id="21"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3456432"/>
            <a:ext cx="256032" cy="256032"/>
          </a:xfrm>
          <a:prstGeom prst="rect">
            <a:avLst/>
          </a:prstGeom>
        </p:spPr>
      </p:pic>
      <p:sp>
        <p:nvSpPr>
          <p:cNvPr id="23"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3863340"/>
            <a:ext cx="258013" cy="0"/>
          </a:xfrm>
          <a:prstGeom prst="line">
            <a:avLst/>
          </a:prstGeom>
          <a:noFill/>
          <a:ln w="25400">
            <a:solidFill>
              <a:srgbClr val="9AA6B3"/>
            </a:solidFill>
            <a:prstDash val="solid"/>
            <a:tailEnd type="triangle"/>
          </a:ln>
        </p:spPr>
      </p:sp>
      <p:sp>
        <p:nvSpPr>
          <p:cNvPr id="25" name="!!state-3#0"/>
          <p:cNvSpPr/>
          <p:nvPr/>
        </p:nvSpPr>
        <p:spPr>
          <a:xfrm>
            <a:off x="5821528" y="3246120"/>
            <a:ext cx="1463040" cy="1234440"/>
          </a:xfrm>
          <a:prstGeom prst="roundRect">
            <a:avLst>
              <a:gd name="adj" fmla="val 5926"/>
            </a:avLst>
          </a:prstGeom>
          <a:solidFill>
            <a:srgbClr val="E9EDF2"/>
          </a:solidFill>
          <a:ln/>
        </p:spPr>
      </p:sp>
      <p:sp>
        <p:nvSpPr>
          <p:cNvPr id="26"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3456432"/>
            <a:ext cx="256032" cy="256032"/>
          </a:xfrm>
          <a:prstGeom prst="rect">
            <a:avLst/>
          </a:prstGeom>
        </p:spPr>
      </p:pic>
      <p:sp>
        <p:nvSpPr>
          <p:cNvPr id="28"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3863340"/>
            <a:ext cx="258013" cy="0"/>
          </a:xfrm>
          <a:prstGeom prst="line">
            <a:avLst/>
          </a:prstGeom>
          <a:noFill/>
          <a:ln w="25400">
            <a:solidFill>
              <a:srgbClr val="9AA6B3"/>
            </a:solidFill>
            <a:prstDash val="solid"/>
            <a:tailEnd type="triangle"/>
          </a:ln>
        </p:spPr>
      </p:sp>
      <p:sp>
        <p:nvSpPr>
          <p:cNvPr id="30" name="!!state-4#0"/>
          <p:cNvSpPr/>
          <p:nvPr/>
        </p:nvSpPr>
        <p:spPr>
          <a:xfrm>
            <a:off x="7579157" y="3246120"/>
            <a:ext cx="1463040" cy="1234440"/>
          </a:xfrm>
          <a:prstGeom prst="roundRect">
            <a:avLst>
              <a:gd name="adj" fmla="val 5926"/>
            </a:avLst>
          </a:prstGeom>
          <a:solidFill>
            <a:srgbClr val="E9EDF2"/>
          </a:solidFill>
          <a:ln/>
        </p:spPr>
      </p:sp>
      <p:sp>
        <p:nvSpPr>
          <p:cNvPr id="31"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3456432"/>
            <a:ext cx="256032" cy="256032"/>
          </a:xfrm>
          <a:prstGeom prst="rect">
            <a:avLst/>
          </a:prstGeom>
        </p:spPr>
      </p:pic>
      <p:sp>
        <p:nvSpPr>
          <p:cNvPr id="33"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3863340"/>
            <a:ext cx="258013" cy="0"/>
          </a:xfrm>
          <a:prstGeom prst="line">
            <a:avLst/>
          </a:prstGeom>
          <a:noFill/>
          <a:ln w="25400">
            <a:solidFill>
              <a:srgbClr val="9AA6B3"/>
            </a:solidFill>
            <a:prstDash val="solid"/>
            <a:tailEnd type="triangle"/>
          </a:ln>
        </p:spPr>
      </p:sp>
      <p:sp>
        <p:nvSpPr>
          <p:cNvPr id="35" name="!!state-5#0"/>
          <p:cNvSpPr/>
          <p:nvPr/>
        </p:nvSpPr>
        <p:spPr>
          <a:xfrm>
            <a:off x="9336786" y="3406140"/>
            <a:ext cx="1005840" cy="914400"/>
          </a:xfrm>
          <a:prstGeom prst="roundRect">
            <a:avLst>
              <a:gd name="adj" fmla="val 8000"/>
            </a:avLst>
          </a:prstGeom>
          <a:solidFill>
            <a:srgbClr val="E9EDF2"/>
          </a:solidFill>
          <a:ln/>
        </p:spPr>
      </p:sp>
      <p:sp>
        <p:nvSpPr>
          <p:cNvPr id="36"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3570000"/>
            <a:ext cx="184343" cy="184343"/>
          </a:xfrm>
          <a:prstGeom prst="rect">
            <a:avLst/>
          </a:prstGeom>
        </p:spPr>
      </p:pic>
      <p:sp>
        <p:nvSpPr>
          <p:cNvPr id="38"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3863340"/>
            <a:ext cx="258013" cy="0"/>
          </a:xfrm>
          <a:prstGeom prst="line">
            <a:avLst/>
          </a:prstGeom>
          <a:noFill/>
          <a:ln w="25400">
            <a:solidFill>
              <a:srgbClr val="9AA6B3"/>
            </a:solidFill>
            <a:prstDash val="solid"/>
            <a:tailEnd type="triangle"/>
          </a:ln>
        </p:spPr>
      </p:sp>
      <p:sp>
        <p:nvSpPr>
          <p:cNvPr id="40" name="!!state-6#0"/>
          <p:cNvSpPr/>
          <p:nvPr/>
        </p:nvSpPr>
        <p:spPr>
          <a:xfrm>
            <a:off x="10637215" y="3406140"/>
            <a:ext cx="1005840" cy="914400"/>
          </a:xfrm>
          <a:prstGeom prst="roundRect">
            <a:avLst>
              <a:gd name="adj" fmla="val 8000"/>
            </a:avLst>
          </a:prstGeom>
          <a:solidFill>
            <a:srgbClr val="E9EDF2"/>
          </a:solidFill>
          <a:ln/>
        </p:spPr>
      </p:sp>
      <p:sp>
        <p:nvSpPr>
          <p:cNvPr id="41"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3570000"/>
            <a:ext cx="184343" cy="184343"/>
          </a:xfrm>
          <a:prstGeom prst="rect">
            <a:avLst/>
          </a:prstGeom>
        </p:spPr>
      </p:pic>
      <p:sp>
        <p:nvSpPr>
          <p:cNvPr id="43"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4480560"/>
            <a:ext cx="0" cy="201168"/>
          </a:xfrm>
          <a:prstGeom prst="line">
            <a:avLst/>
          </a:prstGeom>
          <a:noFill/>
          <a:ln w="25400">
            <a:solidFill>
              <a:srgbClr val="9AA6B3"/>
            </a:solidFill>
            <a:prstDash val="solid"/>
          </a:ln>
        </p:spPr>
      </p:sp>
      <p:sp>
        <p:nvSpPr>
          <p:cNvPr id="45" name="!!deny#1"/>
          <p:cNvSpPr/>
          <p:nvPr/>
        </p:nvSpPr>
        <p:spPr>
          <a:xfrm>
            <a:off x="4795418" y="4681728"/>
            <a:ext cx="3515258" cy="0"/>
          </a:xfrm>
          <a:prstGeom prst="line">
            <a:avLst/>
          </a:prstGeom>
          <a:noFill/>
          <a:ln w="25400">
            <a:solidFill>
              <a:srgbClr val="9AA6B3"/>
            </a:solidFill>
            <a:prstDash val="solid"/>
          </a:ln>
        </p:spPr>
      </p:sp>
      <p:sp>
        <p:nvSpPr>
          <p:cNvPr id="46" name="!!deny#2"/>
          <p:cNvSpPr/>
          <p:nvPr/>
        </p:nvSpPr>
        <p:spPr>
          <a:xfrm flipV="1">
            <a:off x="8310677" y="4480560"/>
            <a:ext cx="0" cy="201168"/>
          </a:xfrm>
          <a:prstGeom prst="line">
            <a:avLst/>
          </a:prstGeom>
          <a:noFill/>
          <a:ln w="25400">
            <a:solidFill>
              <a:srgbClr val="9AA6B3"/>
            </a:solidFill>
            <a:prstDash val="solid"/>
            <a:tailEnd type="triangle"/>
          </a:ln>
        </p:spPr>
      </p:sp>
      <p:sp>
        <p:nvSpPr>
          <p:cNvPr id="47"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FFB282"/>
          </a:solidFill>
          <a:ln/>
        </p:spPr>
      </p:sp>
      <p:sp>
        <p:nvSpPr>
          <p:cNvPr id="21" name="!!state-2#1"/>
          <p:cNvSpPr/>
          <p:nvPr/>
        </p:nvSpPr>
        <p:spPr>
          <a:xfrm>
            <a:off x="456681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E9EDF2"/>
          </a:solidFill>
          <a:ln/>
        </p:spPr>
      </p:sp>
      <p:sp>
        <p:nvSpPr>
          <p:cNvPr id="31"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25400">
            <a:solidFill>
              <a:srgbClr val="9AA6B3"/>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E9EDF2"/>
          </a:solidFill>
          <a:ln/>
        </p:spPr>
      </p:sp>
      <p:sp>
        <p:nvSpPr>
          <p:cNvPr id="36"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25400">
            <a:solidFill>
              <a:srgbClr val="9AA6B3"/>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E9EDF2"/>
          </a:solidFill>
          <a:ln/>
        </p:spPr>
      </p:sp>
      <p:sp>
        <p:nvSpPr>
          <p:cNvPr id="41"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2"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3"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4"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5"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7" name="panel-2#5"/>
          <p:cNvSpPr/>
          <p:nvPr/>
        </p:nvSpPr>
        <p:spPr>
          <a:xfrm>
            <a:off x="777240" y="4992624"/>
            <a:ext cx="2039661" cy="530352"/>
          </a:xfrm>
          <a:prstGeom prst="roundRect">
            <a:avLst>
              <a:gd name="adj" fmla="val 13793"/>
            </a:avLst>
          </a:prstGeom>
          <a:solidFill>
            <a:srgbClr val="FFB282"/>
          </a:solidFill>
          <a:ln w="12700">
            <a:solidFill>
              <a:srgbClr val="FFB282"/>
            </a:solidFill>
          </a:ln>
        </p:spPr>
        <p:txBody>
          <a:bodyPr wrap="square" lIns="91440" tIns="27432" rIns="91440" bIns="27432" rtlCol="0" anchor="ctr"/>
          <a:lstStyle/>
          <a:p>
            <a:pPr algn="l" indent="0" marL="0">
              <a:buNone/>
            </a:pPr>
            <a:r>
              <a:rPr lang="en-US" sz="1400" dirty="0">
                <a:solidFill>
                  <a:srgbClr val="1B365D"/>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blocks  0.99</a:t>
            </a:r>
            <a:endParaRPr lang="en-US" sz="1600" dirty="0"/>
          </a:p>
        </p:txBody>
      </p:sp>
      <p:sp>
        <p:nvSpPr>
          <p:cNvPr id="58"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9"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60"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61"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FFB282"/>
          </a:solidFill>
          <a:ln/>
        </p:spPr>
      </p:sp>
      <p:sp>
        <p:nvSpPr>
          <p:cNvPr id="21" name="!!state-2#1"/>
          <p:cNvSpPr/>
          <p:nvPr/>
        </p:nvSpPr>
        <p:spPr>
          <a:xfrm>
            <a:off x="456681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A6BCD6"/>
          </a:solidFill>
          <a:ln/>
        </p:spPr>
      </p:sp>
      <p:sp>
        <p:nvSpPr>
          <p:cNvPr id="31"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44450">
            <a:solidFill>
              <a:srgbClr val="1B365D"/>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AEB7C2"/>
          </a:solidFill>
          <a:ln/>
        </p:spPr>
      </p:sp>
      <p:sp>
        <p:nvSpPr>
          <p:cNvPr id="36"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44450">
            <a:solidFill>
              <a:srgbClr val="1B365D"/>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AEB7C2"/>
          </a:solidFill>
          <a:ln/>
        </p:spPr>
      </p:sp>
      <p:sp>
        <p:nvSpPr>
          <p:cNvPr id="41"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44450">
            <a:solidFill>
              <a:srgbClr val="BA5C10"/>
            </a:solidFill>
            <a:prstDash val="solid"/>
          </a:ln>
        </p:spPr>
      </p:sp>
      <p:sp>
        <p:nvSpPr>
          <p:cNvPr id="45" name="!!deny#1"/>
          <p:cNvSpPr/>
          <p:nvPr/>
        </p:nvSpPr>
        <p:spPr>
          <a:xfrm>
            <a:off x="4795418" y="3401568"/>
            <a:ext cx="3515258" cy="0"/>
          </a:xfrm>
          <a:prstGeom prst="line">
            <a:avLst/>
          </a:prstGeom>
          <a:noFill/>
          <a:ln w="44450">
            <a:solidFill>
              <a:srgbClr val="BA5C10"/>
            </a:solidFill>
            <a:prstDash val="solid"/>
          </a:ln>
        </p:spPr>
      </p:sp>
      <p:sp>
        <p:nvSpPr>
          <p:cNvPr id="46" name="!!deny#2"/>
          <p:cNvSpPr/>
          <p:nvPr/>
        </p:nvSpPr>
        <p:spPr>
          <a:xfrm flipV="1">
            <a:off x="8310677" y="3200400"/>
            <a:ext cx="0" cy="201168"/>
          </a:xfrm>
          <a:prstGeom prst="line">
            <a:avLst/>
          </a:prstGeom>
          <a:noFill/>
          <a:ln w="44450">
            <a:solidFill>
              <a:srgbClr val="BA5C10"/>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A5C10"/>
                </a:solidFill>
                <a:latin typeface="Calibri" pitchFamily="34" charset="0"/>
                <a:ea typeface="Calibri" pitchFamily="34" charset="-122"/>
                <a:cs typeface="Calibri" pitchFamily="34" charset="-120"/>
              </a:rPr>
              <a:t>skipped</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4"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3246120"/>
            <a:ext cx="1463040" cy="1234440"/>
          </a:xfrm>
          <a:prstGeom prst="roundRect">
            <a:avLst>
              <a:gd name="adj" fmla="val 5926"/>
            </a:avLst>
          </a:prstGeom>
          <a:solidFill>
            <a:srgbClr val="AEB7C2"/>
          </a:solidFill>
          <a:ln/>
        </p:spPr>
      </p:sp>
      <p:sp>
        <p:nvSpPr>
          <p:cNvPr id="11"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3456432"/>
            <a:ext cx="256032" cy="256032"/>
          </a:xfrm>
          <a:prstGeom prst="rect">
            <a:avLst/>
          </a:prstGeom>
        </p:spPr>
      </p:pic>
      <p:sp>
        <p:nvSpPr>
          <p:cNvPr id="13"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3863340"/>
            <a:ext cx="258013" cy="0"/>
          </a:xfrm>
          <a:prstGeom prst="line">
            <a:avLst/>
          </a:prstGeom>
          <a:noFill/>
          <a:ln w="25400">
            <a:solidFill>
              <a:srgbClr val="9AA6B3"/>
            </a:solidFill>
            <a:prstDash val="solid"/>
            <a:tailEnd type="triangle"/>
          </a:ln>
        </p:spPr>
      </p:sp>
      <p:sp>
        <p:nvSpPr>
          <p:cNvPr id="15" name="!!state-1#0"/>
          <p:cNvSpPr/>
          <p:nvPr/>
        </p:nvSpPr>
        <p:spPr>
          <a:xfrm>
            <a:off x="2306269" y="3246120"/>
            <a:ext cx="1463040" cy="1234440"/>
          </a:xfrm>
          <a:prstGeom prst="roundRect">
            <a:avLst>
              <a:gd name="adj" fmla="val 5926"/>
            </a:avLst>
          </a:prstGeom>
          <a:solidFill>
            <a:srgbClr val="E9EDF2"/>
          </a:solidFill>
          <a:ln/>
        </p:spPr>
      </p:sp>
      <p:sp>
        <p:nvSpPr>
          <p:cNvPr id="16"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2909773" y="3456432"/>
            <a:ext cx="256032" cy="256032"/>
          </a:xfrm>
          <a:prstGeom prst="rect">
            <a:avLst/>
          </a:prstGeom>
        </p:spPr>
      </p:pic>
      <p:sp>
        <p:nvSpPr>
          <p:cNvPr id="18"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3863340"/>
            <a:ext cx="258013" cy="0"/>
          </a:xfrm>
          <a:prstGeom prst="line">
            <a:avLst/>
          </a:prstGeom>
          <a:noFill/>
          <a:ln w="25400">
            <a:solidFill>
              <a:srgbClr val="9AA6B3"/>
            </a:solidFill>
            <a:prstDash val="solid"/>
            <a:tailEnd type="triangle"/>
          </a:ln>
        </p:spPr>
      </p:sp>
      <p:sp>
        <p:nvSpPr>
          <p:cNvPr id="20" name="!!state-2#0"/>
          <p:cNvSpPr/>
          <p:nvPr/>
        </p:nvSpPr>
        <p:spPr>
          <a:xfrm>
            <a:off x="4063898" y="3246120"/>
            <a:ext cx="1463040" cy="1234440"/>
          </a:xfrm>
          <a:prstGeom prst="roundRect">
            <a:avLst>
              <a:gd name="adj" fmla="val 5926"/>
            </a:avLst>
          </a:prstGeom>
          <a:solidFill>
            <a:srgbClr val="E9EDF2"/>
          </a:solidFill>
          <a:ln/>
        </p:spPr>
      </p:sp>
      <p:sp>
        <p:nvSpPr>
          <p:cNvPr id="21"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3456432"/>
            <a:ext cx="256032" cy="256032"/>
          </a:xfrm>
          <a:prstGeom prst="rect">
            <a:avLst/>
          </a:prstGeom>
        </p:spPr>
      </p:pic>
      <p:sp>
        <p:nvSpPr>
          <p:cNvPr id="23"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3863340"/>
            <a:ext cx="258013" cy="0"/>
          </a:xfrm>
          <a:prstGeom prst="line">
            <a:avLst/>
          </a:prstGeom>
          <a:noFill/>
          <a:ln w="25400">
            <a:solidFill>
              <a:srgbClr val="9AA6B3"/>
            </a:solidFill>
            <a:prstDash val="solid"/>
            <a:tailEnd type="triangle"/>
          </a:ln>
        </p:spPr>
      </p:sp>
      <p:sp>
        <p:nvSpPr>
          <p:cNvPr id="25" name="!!state-3#0"/>
          <p:cNvSpPr/>
          <p:nvPr/>
        </p:nvSpPr>
        <p:spPr>
          <a:xfrm>
            <a:off x="5821528" y="3246120"/>
            <a:ext cx="1463040" cy="1234440"/>
          </a:xfrm>
          <a:prstGeom prst="roundRect">
            <a:avLst>
              <a:gd name="adj" fmla="val 5926"/>
            </a:avLst>
          </a:prstGeom>
          <a:solidFill>
            <a:srgbClr val="E9EDF2"/>
          </a:solidFill>
          <a:ln/>
        </p:spPr>
      </p:sp>
      <p:sp>
        <p:nvSpPr>
          <p:cNvPr id="26"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3456432"/>
            <a:ext cx="256032" cy="256032"/>
          </a:xfrm>
          <a:prstGeom prst="rect">
            <a:avLst/>
          </a:prstGeom>
        </p:spPr>
      </p:pic>
      <p:sp>
        <p:nvSpPr>
          <p:cNvPr id="28"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3863340"/>
            <a:ext cx="258013" cy="0"/>
          </a:xfrm>
          <a:prstGeom prst="line">
            <a:avLst/>
          </a:prstGeom>
          <a:noFill/>
          <a:ln w="25400">
            <a:solidFill>
              <a:srgbClr val="9AA6B3"/>
            </a:solidFill>
            <a:prstDash val="solid"/>
            <a:tailEnd type="triangle"/>
          </a:ln>
        </p:spPr>
      </p:sp>
      <p:sp>
        <p:nvSpPr>
          <p:cNvPr id="30" name="!!state-4#0"/>
          <p:cNvSpPr/>
          <p:nvPr/>
        </p:nvSpPr>
        <p:spPr>
          <a:xfrm>
            <a:off x="7579157" y="3246120"/>
            <a:ext cx="1463040" cy="1234440"/>
          </a:xfrm>
          <a:prstGeom prst="roundRect">
            <a:avLst>
              <a:gd name="adj" fmla="val 5926"/>
            </a:avLst>
          </a:prstGeom>
          <a:solidFill>
            <a:srgbClr val="E9EDF2"/>
          </a:solidFill>
          <a:ln/>
        </p:spPr>
      </p:sp>
      <p:sp>
        <p:nvSpPr>
          <p:cNvPr id="31"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3456432"/>
            <a:ext cx="256032" cy="256032"/>
          </a:xfrm>
          <a:prstGeom prst="rect">
            <a:avLst/>
          </a:prstGeom>
        </p:spPr>
      </p:pic>
      <p:sp>
        <p:nvSpPr>
          <p:cNvPr id="33"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3863340"/>
            <a:ext cx="258013" cy="0"/>
          </a:xfrm>
          <a:prstGeom prst="line">
            <a:avLst/>
          </a:prstGeom>
          <a:noFill/>
          <a:ln w="25400">
            <a:solidFill>
              <a:srgbClr val="9AA6B3"/>
            </a:solidFill>
            <a:prstDash val="solid"/>
            <a:tailEnd type="triangle"/>
          </a:ln>
        </p:spPr>
      </p:sp>
      <p:sp>
        <p:nvSpPr>
          <p:cNvPr id="35" name="!!state-5#0"/>
          <p:cNvSpPr/>
          <p:nvPr/>
        </p:nvSpPr>
        <p:spPr>
          <a:xfrm>
            <a:off x="9336786" y="3406140"/>
            <a:ext cx="1005840" cy="914400"/>
          </a:xfrm>
          <a:prstGeom prst="roundRect">
            <a:avLst>
              <a:gd name="adj" fmla="val 8000"/>
            </a:avLst>
          </a:prstGeom>
          <a:solidFill>
            <a:srgbClr val="E9EDF2"/>
          </a:solidFill>
          <a:ln/>
        </p:spPr>
      </p:sp>
      <p:sp>
        <p:nvSpPr>
          <p:cNvPr id="36"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3570000"/>
            <a:ext cx="184343" cy="184343"/>
          </a:xfrm>
          <a:prstGeom prst="rect">
            <a:avLst/>
          </a:prstGeom>
        </p:spPr>
      </p:pic>
      <p:sp>
        <p:nvSpPr>
          <p:cNvPr id="38"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3863340"/>
            <a:ext cx="258013" cy="0"/>
          </a:xfrm>
          <a:prstGeom prst="line">
            <a:avLst/>
          </a:prstGeom>
          <a:noFill/>
          <a:ln w="25400">
            <a:solidFill>
              <a:srgbClr val="9AA6B3"/>
            </a:solidFill>
            <a:prstDash val="solid"/>
            <a:tailEnd type="triangle"/>
          </a:ln>
        </p:spPr>
      </p:sp>
      <p:sp>
        <p:nvSpPr>
          <p:cNvPr id="40" name="!!state-6#0"/>
          <p:cNvSpPr/>
          <p:nvPr/>
        </p:nvSpPr>
        <p:spPr>
          <a:xfrm>
            <a:off x="10637215" y="3406140"/>
            <a:ext cx="1005840" cy="914400"/>
          </a:xfrm>
          <a:prstGeom prst="roundRect">
            <a:avLst>
              <a:gd name="adj" fmla="val 8000"/>
            </a:avLst>
          </a:prstGeom>
          <a:solidFill>
            <a:srgbClr val="E9EDF2"/>
          </a:solidFill>
          <a:ln/>
        </p:spPr>
      </p:sp>
      <p:sp>
        <p:nvSpPr>
          <p:cNvPr id="41"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3570000"/>
            <a:ext cx="184343" cy="184343"/>
          </a:xfrm>
          <a:prstGeom prst="rect">
            <a:avLst/>
          </a:prstGeom>
        </p:spPr>
      </p:pic>
      <p:sp>
        <p:nvSpPr>
          <p:cNvPr id="43"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4480560"/>
            <a:ext cx="0" cy="201168"/>
          </a:xfrm>
          <a:prstGeom prst="line">
            <a:avLst/>
          </a:prstGeom>
          <a:noFill/>
          <a:ln w="25400">
            <a:solidFill>
              <a:srgbClr val="9AA6B3"/>
            </a:solidFill>
            <a:prstDash val="solid"/>
          </a:ln>
        </p:spPr>
      </p:sp>
      <p:sp>
        <p:nvSpPr>
          <p:cNvPr id="45" name="!!deny#1"/>
          <p:cNvSpPr/>
          <p:nvPr/>
        </p:nvSpPr>
        <p:spPr>
          <a:xfrm>
            <a:off x="4795418" y="4681728"/>
            <a:ext cx="3515258" cy="0"/>
          </a:xfrm>
          <a:prstGeom prst="line">
            <a:avLst/>
          </a:prstGeom>
          <a:noFill/>
          <a:ln w="25400">
            <a:solidFill>
              <a:srgbClr val="9AA6B3"/>
            </a:solidFill>
            <a:prstDash val="solid"/>
          </a:ln>
        </p:spPr>
      </p:sp>
      <p:sp>
        <p:nvSpPr>
          <p:cNvPr id="46" name="!!deny#2"/>
          <p:cNvSpPr/>
          <p:nvPr/>
        </p:nvSpPr>
        <p:spPr>
          <a:xfrm flipV="1">
            <a:off x="8310677" y="4480560"/>
            <a:ext cx="0" cy="201168"/>
          </a:xfrm>
          <a:prstGeom prst="line">
            <a:avLst/>
          </a:prstGeom>
          <a:noFill/>
          <a:ln w="25400">
            <a:solidFill>
              <a:srgbClr val="9AA6B3"/>
            </a:solidFill>
            <a:prstDash val="solid"/>
            <a:tailEnd type="triangle"/>
          </a:ln>
        </p:spPr>
      </p:sp>
      <p:sp>
        <p:nvSpPr>
          <p:cNvPr id="47"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8"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BE4F4F"/>
          </a:solidFill>
          <a:ln/>
        </p:spPr>
      </p:sp>
      <p:sp>
        <p:nvSpPr>
          <p:cNvPr id="16"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25400">
            <a:solidFill>
              <a:srgbClr val="9AA6B3"/>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E9EDF2"/>
          </a:solidFill>
          <a:ln/>
        </p:spPr>
      </p:sp>
      <p:sp>
        <p:nvSpPr>
          <p:cNvPr id="21"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E9EDF2"/>
          </a:solidFill>
          <a:ln/>
        </p:spPr>
      </p:sp>
      <p:sp>
        <p:nvSpPr>
          <p:cNvPr id="31"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25400">
            <a:solidFill>
              <a:srgbClr val="9AA6B3"/>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E9EDF2"/>
          </a:solidFill>
          <a:ln/>
        </p:spPr>
      </p:sp>
      <p:sp>
        <p:nvSpPr>
          <p:cNvPr id="36"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25400">
            <a:solidFill>
              <a:srgbClr val="9AA6B3"/>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E9EDF2"/>
          </a:solidFill>
          <a:ln/>
        </p:spPr>
      </p:sp>
      <p:sp>
        <p:nvSpPr>
          <p:cNvPr id="41"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2"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3"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4"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5"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6"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7"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BE4F4F"/>
          </a:solidFill>
          <a:ln/>
        </p:spPr>
      </p:sp>
      <p:sp>
        <p:nvSpPr>
          <p:cNvPr id="16"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A6BCD6"/>
          </a:solidFill>
          <a:ln/>
        </p:spPr>
      </p:sp>
      <p:sp>
        <p:nvSpPr>
          <p:cNvPr id="21"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A6BCD6"/>
          </a:solidFill>
          <a:ln/>
        </p:spPr>
      </p:sp>
      <p:sp>
        <p:nvSpPr>
          <p:cNvPr id="31"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44450">
            <a:solidFill>
              <a:srgbClr val="1B365D"/>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AEB7C2"/>
          </a:solidFill>
          <a:ln/>
        </p:spPr>
      </p:sp>
      <p:sp>
        <p:nvSpPr>
          <p:cNvPr id="36"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44450">
            <a:solidFill>
              <a:srgbClr val="1B365D"/>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AEB7C2"/>
          </a:solidFill>
          <a:ln/>
        </p:spPr>
      </p:sp>
      <p:sp>
        <p:nvSpPr>
          <p:cNvPr id="41"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44450">
            <a:solidFill>
              <a:srgbClr val="BE4F4F"/>
            </a:solidFill>
            <a:prstDash val="solid"/>
          </a:ln>
        </p:spPr>
      </p:sp>
      <p:sp>
        <p:nvSpPr>
          <p:cNvPr id="45" name="!!deny#1"/>
          <p:cNvSpPr/>
          <p:nvPr/>
        </p:nvSpPr>
        <p:spPr>
          <a:xfrm>
            <a:off x="4795418" y="3401568"/>
            <a:ext cx="3515258" cy="0"/>
          </a:xfrm>
          <a:prstGeom prst="line">
            <a:avLst/>
          </a:prstGeom>
          <a:noFill/>
          <a:ln w="44450">
            <a:solidFill>
              <a:srgbClr val="BE4F4F"/>
            </a:solidFill>
            <a:prstDash val="solid"/>
          </a:ln>
        </p:spPr>
      </p:sp>
      <p:sp>
        <p:nvSpPr>
          <p:cNvPr id="46" name="!!deny#2"/>
          <p:cNvSpPr/>
          <p:nvPr/>
        </p:nvSpPr>
        <p:spPr>
          <a:xfrm flipV="1">
            <a:off x="8310677" y="3200400"/>
            <a:ext cx="0" cy="201168"/>
          </a:xfrm>
          <a:prstGeom prst="line">
            <a:avLst/>
          </a:prstGeom>
          <a:noFill/>
          <a:ln w="44450">
            <a:solidFill>
              <a:srgbClr val="BE4F4F"/>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8"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4"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6" name="Shape 1"/>
          <p:cNvSpPr/>
          <p:nvPr/>
        </p:nvSpPr>
        <p:spPr>
          <a:xfrm>
            <a:off x="548640" y="1463040"/>
            <a:ext cx="7223760" cy="4663440"/>
          </a:xfrm>
          <a:prstGeom prst="roundRect">
            <a:avLst>
              <a:gd name="adj" fmla="val 1569"/>
            </a:avLst>
          </a:prstGeom>
          <a:solidFill>
            <a:srgbClr val="FFFFFF"/>
          </a:solidFill>
          <a:ln/>
        </p:spPr>
      </p:sp>
      <p:graphicFrame>
        <p:nvGraphicFramePr>
          <p:cNvPr id="7"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8046720" y="1463040"/>
            <a:ext cx="3596335" cy="1371600"/>
          </a:xfrm>
          <a:prstGeom prst="roundRect">
            <a:avLst>
              <a:gd name="adj" fmla="val 5333"/>
            </a:avLst>
          </a:prstGeom>
          <a:solidFill>
            <a:srgbClr val="FFFFFF"/>
          </a:solidFill>
          <a:ln/>
        </p:spPr>
      </p:sp>
      <p:sp>
        <p:nvSpPr>
          <p:cNvPr id="9"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10" name="Image 2" descr="preencoded.png">    </p:cNvPr>
          <p:cNvPicPr>
            <a:picLocks noChangeAspect="1"/>
          </p:cNvPicPr>
          <p:nvPr/>
        </p:nvPicPr>
        <p:blipFill>
          <a:blip r:embed="rId4"/>
          <a:stretch>
            <a:fillRect/>
          </a:stretch>
        </p:blipFill>
        <p:spPr>
          <a:xfrm>
            <a:off x="8416138" y="1832458"/>
            <a:ext cx="358445" cy="358445"/>
          </a:xfrm>
          <a:prstGeom prst="rect">
            <a:avLst/>
          </a:prstGeom>
        </p:spPr>
      </p:pic>
      <p:sp>
        <p:nvSpPr>
          <p:cNvPr id="11"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2"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3" name="Shape 6"/>
          <p:cNvSpPr/>
          <p:nvPr/>
        </p:nvSpPr>
        <p:spPr>
          <a:xfrm>
            <a:off x="8046720" y="3108960"/>
            <a:ext cx="3596335" cy="1371600"/>
          </a:xfrm>
          <a:prstGeom prst="roundRect">
            <a:avLst>
              <a:gd name="adj" fmla="val 5333"/>
            </a:avLst>
          </a:prstGeom>
          <a:solidFill>
            <a:srgbClr val="FFFFFF"/>
          </a:solidFill>
          <a:ln/>
        </p:spPr>
      </p:sp>
      <p:sp>
        <p:nvSpPr>
          <p:cNvPr id="14"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5" name="Image 3" descr="preencoded.png">    </p:cNvPr>
          <p:cNvPicPr>
            <a:picLocks noChangeAspect="1"/>
          </p:cNvPicPr>
          <p:nvPr/>
        </p:nvPicPr>
        <p:blipFill>
          <a:blip r:embed="rId5"/>
          <a:stretch>
            <a:fillRect/>
          </a:stretch>
        </p:blipFill>
        <p:spPr>
          <a:xfrm>
            <a:off x="8416138" y="3478378"/>
            <a:ext cx="358445" cy="358445"/>
          </a:xfrm>
          <a:prstGeom prst="rect">
            <a:avLst/>
          </a:prstGeom>
        </p:spPr>
      </p:pic>
      <p:sp>
        <p:nvSpPr>
          <p:cNvPr id="16"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7"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8" name="Shape 10"/>
          <p:cNvSpPr/>
          <p:nvPr/>
        </p:nvSpPr>
        <p:spPr>
          <a:xfrm>
            <a:off x="8046720" y="4754880"/>
            <a:ext cx="3596335" cy="1371600"/>
          </a:xfrm>
          <a:prstGeom prst="roundRect">
            <a:avLst>
              <a:gd name="adj" fmla="val 5333"/>
            </a:avLst>
          </a:prstGeom>
          <a:solidFill>
            <a:srgbClr val="FFFFFF"/>
          </a:solidFill>
          <a:ln/>
        </p:spPr>
      </p:sp>
      <p:sp>
        <p:nvSpPr>
          <p:cNvPr id="19"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416138" y="5124298"/>
            <a:ext cx="358445" cy="358445"/>
          </a:xfrm>
          <a:prstGeom prst="rect">
            <a:avLst/>
          </a:prstGeom>
        </p:spPr>
      </p:pic>
      <p:sp>
        <p:nvSpPr>
          <p:cNvPr id="21"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2"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6" name="Shape 1"/>
          <p:cNvSpPr/>
          <p:nvPr/>
        </p:nvSpPr>
        <p:spPr>
          <a:xfrm>
            <a:off x="548640" y="1463040"/>
            <a:ext cx="11094415" cy="2743200"/>
          </a:xfrm>
          <a:prstGeom prst="roundRect">
            <a:avLst>
              <a:gd name="adj" fmla="val 2667"/>
            </a:avLst>
          </a:prstGeom>
          <a:solidFill>
            <a:srgbClr val="FFFFFF"/>
          </a:solidFill>
          <a:ln/>
        </p:spPr>
      </p:sp>
      <p:sp>
        <p:nvSpPr>
          <p:cNvPr id="7"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85393" y="1954073"/>
            <a:ext cx="435254" cy="435254"/>
          </a:xfrm>
          <a:prstGeom prst="rect">
            <a:avLst/>
          </a:prstGeom>
        </p:spPr>
      </p:pic>
      <p:sp>
        <p:nvSpPr>
          <p:cNvPr id="9"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10"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11" name="Shape 5"/>
          <p:cNvSpPr/>
          <p:nvPr/>
        </p:nvSpPr>
        <p:spPr>
          <a:xfrm>
            <a:off x="4246778" y="1737360"/>
            <a:ext cx="0" cy="2194560"/>
          </a:xfrm>
          <a:prstGeom prst="line">
            <a:avLst/>
          </a:prstGeom>
          <a:noFill/>
          <a:ln w="19050">
            <a:solidFill>
              <a:srgbClr val="D5DBE3"/>
            </a:solidFill>
            <a:prstDash val="solid"/>
          </a:ln>
        </p:spPr>
      </p:sp>
      <p:sp>
        <p:nvSpPr>
          <p:cNvPr id="12"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83531" y="1954073"/>
            <a:ext cx="435254" cy="435254"/>
          </a:xfrm>
          <a:prstGeom prst="rect">
            <a:avLst/>
          </a:prstGeom>
        </p:spPr>
      </p:pic>
      <p:sp>
        <p:nvSpPr>
          <p:cNvPr id="14"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5"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6" name="Shape 9"/>
          <p:cNvSpPr/>
          <p:nvPr/>
        </p:nvSpPr>
        <p:spPr>
          <a:xfrm>
            <a:off x="7944917" y="1737360"/>
            <a:ext cx="0" cy="2194560"/>
          </a:xfrm>
          <a:prstGeom prst="line">
            <a:avLst/>
          </a:prstGeom>
          <a:noFill/>
          <a:ln w="19050">
            <a:solidFill>
              <a:srgbClr val="D5DBE3"/>
            </a:solidFill>
            <a:prstDash val="solid"/>
          </a:ln>
        </p:spPr>
      </p:sp>
      <p:sp>
        <p:nvSpPr>
          <p:cNvPr id="17"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8" name="Image 4" descr="preencoded.png">    </p:cNvPr>
          <p:cNvPicPr>
            <a:picLocks noChangeAspect="1"/>
          </p:cNvPicPr>
          <p:nvPr/>
        </p:nvPicPr>
        <p:blipFill>
          <a:blip r:embed="rId5"/>
          <a:stretch>
            <a:fillRect/>
          </a:stretch>
        </p:blipFill>
        <p:spPr>
          <a:xfrm>
            <a:off x="8481670" y="1954073"/>
            <a:ext cx="435254" cy="435254"/>
          </a:xfrm>
          <a:prstGeom prst="rect">
            <a:avLst/>
          </a:prstGeom>
        </p:spPr>
      </p:pic>
      <p:sp>
        <p:nvSpPr>
          <p:cNvPr id="19"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20"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21" name="Shape 13"/>
          <p:cNvSpPr/>
          <p:nvPr/>
        </p:nvSpPr>
        <p:spPr>
          <a:xfrm>
            <a:off x="548640" y="4434840"/>
            <a:ext cx="11094415" cy="822960"/>
          </a:xfrm>
          <a:prstGeom prst="roundRect">
            <a:avLst>
              <a:gd name="adj" fmla="val 8889"/>
            </a:avLst>
          </a:prstGeom>
          <a:solidFill>
            <a:srgbClr val="A94A4A"/>
          </a:solidFill>
          <a:ln/>
        </p:spPr>
      </p:sp>
      <p:pic>
        <p:nvPicPr>
          <p:cNvPr id="22" name="Image 5" descr="preencoded.png">    </p:cNvPr>
          <p:cNvPicPr>
            <a:picLocks noChangeAspect="1"/>
          </p:cNvPicPr>
          <p:nvPr/>
        </p:nvPicPr>
        <p:blipFill>
          <a:blip r:embed="rId6"/>
          <a:stretch>
            <a:fillRect/>
          </a:stretch>
        </p:blipFill>
        <p:spPr>
          <a:xfrm>
            <a:off x="822960" y="4617720"/>
            <a:ext cx="457200" cy="457200"/>
          </a:xfrm>
          <a:prstGeom prst="rect">
            <a:avLst/>
          </a:prstGeom>
        </p:spPr>
      </p:pic>
      <p:sp>
        <p:nvSpPr>
          <p:cNvPr id="23"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4" name="Shape 15"/>
          <p:cNvSpPr/>
          <p:nvPr/>
        </p:nvSpPr>
        <p:spPr>
          <a:xfrm>
            <a:off x="548640" y="5440680"/>
            <a:ext cx="11094415" cy="868680"/>
          </a:xfrm>
          <a:prstGeom prst="roundRect">
            <a:avLst>
              <a:gd name="adj" fmla="val 8421"/>
            </a:avLst>
          </a:prstGeom>
          <a:solidFill>
            <a:srgbClr val="FFFFFF"/>
          </a:solidFill>
          <a:ln/>
        </p:spPr>
      </p:sp>
      <p:sp>
        <p:nvSpPr>
          <p:cNvPr id="25"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6" name="Image 6" descr="preencoded.png">    </p:cNvPr>
          <p:cNvPicPr>
            <a:picLocks noChangeAspect="1"/>
          </p:cNvPicPr>
          <p:nvPr/>
        </p:nvPicPr>
        <p:blipFill>
          <a:blip r:embed="rId7"/>
          <a:stretch>
            <a:fillRect/>
          </a:stretch>
        </p:blipFill>
        <p:spPr>
          <a:xfrm>
            <a:off x="1025042" y="5734202"/>
            <a:ext cx="281635" cy="281635"/>
          </a:xfrm>
          <a:prstGeom prst="rect">
            <a:avLst/>
          </a:prstGeom>
        </p:spPr>
      </p:pic>
      <p:sp>
        <p:nvSpPr>
          <p:cNvPr id="27"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8"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9" name="Image 7" descr="preencoded.png">    </p:cNvPr>
          <p:cNvPicPr>
            <a:picLocks noChangeAspect="1"/>
          </p:cNvPicPr>
          <p:nvPr/>
        </p:nvPicPr>
        <p:blipFill>
          <a:blip r:embed="rId8"/>
          <a:stretch>
            <a:fillRect/>
          </a:stretch>
        </p:blipFill>
        <p:spPr>
          <a:xfrm>
            <a:off x="4723181" y="5734202"/>
            <a:ext cx="281635" cy="281635"/>
          </a:xfrm>
          <a:prstGeom prst="rect">
            <a:avLst/>
          </a:prstGeom>
        </p:spPr>
      </p:pic>
      <p:sp>
        <p:nvSpPr>
          <p:cNvPr id="30"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31"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2" name="Image 8" descr="preencoded.png">    </p:cNvPr>
          <p:cNvPicPr>
            <a:picLocks noChangeAspect="1"/>
          </p:cNvPicPr>
          <p:nvPr/>
        </p:nvPicPr>
        <p:blipFill>
          <a:blip r:embed="rId9"/>
          <a:stretch>
            <a:fillRect/>
          </a:stretch>
        </p:blipFill>
        <p:spPr>
          <a:xfrm>
            <a:off x="8421319" y="5734202"/>
            <a:ext cx="281635" cy="281635"/>
          </a:xfrm>
          <a:prstGeom prst="rect">
            <a:avLst/>
          </a:prstGeom>
        </p:spPr>
      </p:pic>
      <p:sp>
        <p:nvSpPr>
          <p:cNvPr id="33"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6" name="Shape 1"/>
          <p:cNvSpPr/>
          <p:nvPr/>
        </p:nvSpPr>
        <p:spPr>
          <a:xfrm>
            <a:off x="548640" y="1417320"/>
            <a:ext cx="11094415" cy="731520"/>
          </a:xfrm>
          <a:prstGeom prst="roundRect">
            <a:avLst>
              <a:gd name="adj" fmla="val 10000"/>
            </a:avLst>
          </a:prstGeom>
          <a:solidFill>
            <a:srgbClr val="FFFFFF"/>
          </a:solidFill>
          <a:ln/>
        </p:spPr>
      </p:sp>
      <p:sp>
        <p:nvSpPr>
          <p:cNvPr id="7"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43661" y="1629461"/>
            <a:ext cx="307238" cy="307238"/>
          </a:xfrm>
          <a:prstGeom prst="rect">
            <a:avLst/>
          </a:prstGeom>
        </p:spPr>
      </p:pic>
      <p:sp>
        <p:nvSpPr>
          <p:cNvPr id="9"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10"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11" name="Image 3" descr="preencoded.png">    </p:cNvPr>
          <p:cNvPicPr>
            <a:picLocks noChangeAspect="1"/>
          </p:cNvPicPr>
          <p:nvPr/>
        </p:nvPicPr>
        <p:blipFill>
          <a:blip r:embed="rId4"/>
          <a:stretch>
            <a:fillRect/>
          </a:stretch>
        </p:blipFill>
        <p:spPr>
          <a:xfrm>
            <a:off x="6490868" y="1629461"/>
            <a:ext cx="307238" cy="307238"/>
          </a:xfrm>
          <a:prstGeom prst="rect">
            <a:avLst/>
          </a:prstGeom>
        </p:spPr>
      </p:pic>
      <p:sp>
        <p:nvSpPr>
          <p:cNvPr id="12"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3" name="Shape 6"/>
          <p:cNvSpPr/>
          <p:nvPr/>
        </p:nvSpPr>
        <p:spPr>
          <a:xfrm>
            <a:off x="548640" y="2331720"/>
            <a:ext cx="5410048" cy="2743200"/>
          </a:xfrm>
          <a:prstGeom prst="roundRect">
            <a:avLst>
              <a:gd name="adj" fmla="val 2667"/>
            </a:avLst>
          </a:prstGeom>
          <a:solidFill>
            <a:srgbClr val="FFFFFF"/>
          </a:solidFill>
          <a:ln/>
        </p:spPr>
      </p:sp>
      <p:sp>
        <p:nvSpPr>
          <p:cNvPr id="14"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5" name="Image 4" descr="preencoded.png">    </p:cNvPr>
          <p:cNvPicPr>
            <a:picLocks noChangeAspect="1"/>
          </p:cNvPicPr>
          <p:nvPr/>
        </p:nvPicPr>
        <p:blipFill>
          <a:blip r:embed="rId5"/>
          <a:stretch>
            <a:fillRect/>
          </a:stretch>
        </p:blipFill>
        <p:spPr>
          <a:xfrm>
            <a:off x="989381" y="2635301"/>
            <a:ext cx="307238" cy="307238"/>
          </a:xfrm>
          <a:prstGeom prst="rect">
            <a:avLst/>
          </a:prstGeom>
        </p:spPr>
      </p:pic>
      <p:sp>
        <p:nvSpPr>
          <p:cNvPr id="16"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7"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8"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9"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20"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21"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2"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3"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4"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5" name="Shape 17"/>
          <p:cNvSpPr/>
          <p:nvPr/>
        </p:nvSpPr>
        <p:spPr>
          <a:xfrm>
            <a:off x="6233008" y="2331720"/>
            <a:ext cx="5410048" cy="2743200"/>
          </a:xfrm>
          <a:prstGeom prst="roundRect">
            <a:avLst>
              <a:gd name="adj" fmla="val 2667"/>
            </a:avLst>
          </a:prstGeom>
          <a:solidFill>
            <a:srgbClr val="FFFFFF"/>
          </a:solidFill>
          <a:ln/>
        </p:spPr>
      </p:sp>
      <p:sp>
        <p:nvSpPr>
          <p:cNvPr id="26"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6673748" y="2635301"/>
            <a:ext cx="307238" cy="307238"/>
          </a:xfrm>
          <a:prstGeom prst="rect">
            <a:avLst/>
          </a:prstGeom>
        </p:spPr>
      </p:pic>
      <p:sp>
        <p:nvSpPr>
          <p:cNvPr id="28"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9"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30"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31"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2"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3"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4"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5"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6"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7" name="Shape 28"/>
          <p:cNvSpPr/>
          <p:nvPr/>
        </p:nvSpPr>
        <p:spPr>
          <a:xfrm>
            <a:off x="548640" y="5212080"/>
            <a:ext cx="11094415" cy="914400"/>
          </a:xfrm>
          <a:prstGeom prst="roundRect">
            <a:avLst>
              <a:gd name="adj" fmla="val 8000"/>
            </a:avLst>
          </a:prstGeom>
          <a:solidFill>
            <a:srgbClr val="FFFFFF"/>
          </a:solidFill>
          <a:ln/>
        </p:spPr>
      </p:sp>
      <p:sp>
        <p:nvSpPr>
          <p:cNvPr id="38"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9" name="Image 6" descr="preencoded.png">    </p:cNvPr>
          <p:cNvPicPr>
            <a:picLocks noChangeAspect="1"/>
          </p:cNvPicPr>
          <p:nvPr/>
        </p:nvPicPr>
        <p:blipFill>
          <a:blip r:embed="rId7"/>
          <a:stretch>
            <a:fillRect/>
          </a:stretch>
        </p:blipFill>
        <p:spPr>
          <a:xfrm>
            <a:off x="989381" y="5515661"/>
            <a:ext cx="307238" cy="307238"/>
          </a:xfrm>
          <a:prstGeom prst="rect">
            <a:avLst/>
          </a:prstGeom>
        </p:spPr>
      </p:pic>
      <p:sp>
        <p:nvSpPr>
          <p:cNvPr id="40"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41"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2" name="Image 7" descr="preencoded.png">    </p:cNvPr>
          <p:cNvPicPr>
            <a:picLocks noChangeAspect="1"/>
          </p:cNvPicPr>
          <p:nvPr/>
        </p:nvPicPr>
        <p:blipFill>
          <a:blip r:embed="rId8"/>
          <a:stretch>
            <a:fillRect/>
          </a:stretch>
        </p:blipFill>
        <p:spPr>
          <a:xfrm>
            <a:off x="6536588" y="5515661"/>
            <a:ext cx="307238" cy="307238"/>
          </a:xfrm>
          <a:prstGeom prst="rect">
            <a:avLst/>
          </a:prstGeom>
        </p:spPr>
      </p:pic>
      <p:sp>
        <p:nvSpPr>
          <p:cNvPr id="43"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6" name="Shape 1"/>
          <p:cNvSpPr/>
          <p:nvPr/>
        </p:nvSpPr>
        <p:spPr>
          <a:xfrm>
            <a:off x="548640" y="1508760"/>
            <a:ext cx="6949440" cy="4480560"/>
          </a:xfrm>
          <a:prstGeom prst="roundRect">
            <a:avLst>
              <a:gd name="adj" fmla="val 1633"/>
            </a:avLst>
          </a:prstGeom>
          <a:solidFill>
            <a:srgbClr val="FFFFFF"/>
          </a:solidFill>
          <a:ln/>
        </p:spPr>
      </p:sp>
      <p:graphicFrame>
        <p:nvGraphicFramePr>
          <p:cNvPr id="7"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9" name="Shape 3"/>
          <p:cNvSpPr/>
          <p:nvPr/>
        </p:nvSpPr>
        <p:spPr>
          <a:xfrm>
            <a:off x="7772400" y="1508760"/>
            <a:ext cx="3870655" cy="1371600"/>
          </a:xfrm>
          <a:prstGeom prst="roundRect">
            <a:avLst>
              <a:gd name="adj" fmla="val 5333"/>
            </a:avLst>
          </a:prstGeom>
          <a:solidFill>
            <a:srgbClr val="FFFFFF"/>
          </a:solidFill>
          <a:ln/>
        </p:spPr>
      </p:sp>
      <p:sp>
        <p:nvSpPr>
          <p:cNvPr id="10"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11"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2"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3"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4" name="Shape 7"/>
          <p:cNvSpPr/>
          <p:nvPr/>
        </p:nvSpPr>
        <p:spPr>
          <a:xfrm>
            <a:off x="7772400" y="3063240"/>
            <a:ext cx="3870655" cy="1371600"/>
          </a:xfrm>
          <a:prstGeom prst="roundRect">
            <a:avLst>
              <a:gd name="adj" fmla="val 5333"/>
            </a:avLst>
          </a:prstGeom>
          <a:solidFill>
            <a:srgbClr val="FFFFFF"/>
          </a:solidFill>
          <a:ln/>
        </p:spPr>
      </p:sp>
      <p:sp>
        <p:nvSpPr>
          <p:cNvPr id="15"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6" name="Image 3" descr="preencoded.png">    </p:cNvPr>
          <p:cNvPicPr>
            <a:picLocks noChangeAspect="1"/>
          </p:cNvPicPr>
          <p:nvPr/>
        </p:nvPicPr>
        <p:blipFill>
          <a:blip r:embed="rId5"/>
          <a:stretch>
            <a:fillRect/>
          </a:stretch>
        </p:blipFill>
        <p:spPr>
          <a:xfrm>
            <a:off x="8141818" y="3432658"/>
            <a:ext cx="358445" cy="358445"/>
          </a:xfrm>
          <a:prstGeom prst="rect">
            <a:avLst/>
          </a:prstGeom>
        </p:spPr>
      </p:pic>
      <p:sp>
        <p:nvSpPr>
          <p:cNvPr id="17"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8"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9" name="Shape 11"/>
          <p:cNvSpPr/>
          <p:nvPr/>
        </p:nvSpPr>
        <p:spPr>
          <a:xfrm>
            <a:off x="7772400" y="4617720"/>
            <a:ext cx="3870655" cy="1371600"/>
          </a:xfrm>
          <a:prstGeom prst="roundRect">
            <a:avLst>
              <a:gd name="adj" fmla="val 5333"/>
            </a:avLst>
          </a:prstGeom>
          <a:solidFill>
            <a:srgbClr val="FFFFFF"/>
          </a:solidFill>
          <a:ln/>
        </p:spPr>
      </p:sp>
      <p:sp>
        <p:nvSpPr>
          <p:cNvPr id="20"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21" name="Image 4" descr="preencoded.png">    </p:cNvPr>
          <p:cNvPicPr>
            <a:picLocks noChangeAspect="1"/>
          </p:cNvPicPr>
          <p:nvPr/>
        </p:nvPicPr>
        <p:blipFill>
          <a:blip r:embed="rId6"/>
          <a:stretch>
            <a:fillRect/>
          </a:stretch>
        </p:blipFill>
        <p:spPr>
          <a:xfrm>
            <a:off x="8141818" y="4987138"/>
            <a:ext cx="358445" cy="358445"/>
          </a:xfrm>
          <a:prstGeom prst="rect">
            <a:avLst/>
          </a:prstGeom>
        </p:spPr>
      </p:pic>
      <p:sp>
        <p:nvSpPr>
          <p:cNvPr id="22"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3"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6" name="Shape 1"/>
          <p:cNvSpPr/>
          <p:nvPr/>
        </p:nvSpPr>
        <p:spPr>
          <a:xfrm>
            <a:off x="548640" y="1508760"/>
            <a:ext cx="6949440" cy="3611880"/>
          </a:xfrm>
          <a:prstGeom prst="roundRect">
            <a:avLst>
              <a:gd name="adj" fmla="val 2025"/>
            </a:avLst>
          </a:prstGeom>
          <a:solidFill>
            <a:srgbClr val="FFFFFF"/>
          </a:solidFill>
          <a:ln/>
        </p:spPr>
      </p:sp>
      <p:graphicFrame>
        <p:nvGraphicFramePr>
          <p:cNvPr id="7"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7772400" y="1508760"/>
            <a:ext cx="3870655" cy="1143000"/>
          </a:xfrm>
          <a:prstGeom prst="roundRect">
            <a:avLst>
              <a:gd name="adj" fmla="val 6400"/>
            </a:avLst>
          </a:prstGeom>
          <a:solidFill>
            <a:srgbClr val="FFFFFF"/>
          </a:solidFill>
          <a:ln/>
        </p:spPr>
      </p:sp>
      <p:sp>
        <p:nvSpPr>
          <p:cNvPr id="9"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10"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1"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2"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3" name="Shape 6"/>
          <p:cNvSpPr/>
          <p:nvPr/>
        </p:nvSpPr>
        <p:spPr>
          <a:xfrm>
            <a:off x="7772400" y="2743200"/>
            <a:ext cx="3870655" cy="1143000"/>
          </a:xfrm>
          <a:prstGeom prst="roundRect">
            <a:avLst>
              <a:gd name="adj" fmla="val 6400"/>
            </a:avLst>
          </a:prstGeom>
          <a:solidFill>
            <a:srgbClr val="FFFFFF"/>
          </a:solidFill>
          <a:ln/>
        </p:spPr>
      </p:sp>
      <p:sp>
        <p:nvSpPr>
          <p:cNvPr id="14"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5" name="Image 3" descr="preencoded.png">    </p:cNvPr>
          <p:cNvPicPr>
            <a:picLocks noChangeAspect="1"/>
          </p:cNvPicPr>
          <p:nvPr/>
        </p:nvPicPr>
        <p:blipFill>
          <a:blip r:embed="rId5"/>
          <a:stretch>
            <a:fillRect/>
          </a:stretch>
        </p:blipFill>
        <p:spPr>
          <a:xfrm>
            <a:off x="8141818" y="3112618"/>
            <a:ext cx="358445" cy="358445"/>
          </a:xfrm>
          <a:prstGeom prst="rect">
            <a:avLst/>
          </a:prstGeom>
        </p:spPr>
      </p:pic>
      <p:sp>
        <p:nvSpPr>
          <p:cNvPr id="16"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7"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8" name="Shape 10"/>
          <p:cNvSpPr/>
          <p:nvPr/>
        </p:nvSpPr>
        <p:spPr>
          <a:xfrm>
            <a:off x="7772400" y="3977640"/>
            <a:ext cx="3870655" cy="1143000"/>
          </a:xfrm>
          <a:prstGeom prst="roundRect">
            <a:avLst>
              <a:gd name="adj" fmla="val 6400"/>
            </a:avLst>
          </a:prstGeom>
          <a:solidFill>
            <a:srgbClr val="FFFFFF"/>
          </a:solidFill>
          <a:ln/>
        </p:spPr>
      </p:sp>
      <p:sp>
        <p:nvSpPr>
          <p:cNvPr id="19"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141818" y="4347058"/>
            <a:ext cx="358445" cy="358445"/>
          </a:xfrm>
          <a:prstGeom prst="rect">
            <a:avLst/>
          </a:prstGeom>
        </p:spPr>
      </p:pic>
      <p:sp>
        <p:nvSpPr>
          <p:cNvPr id="21"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2"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3"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4"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5" name="Shape 16"/>
          <p:cNvSpPr/>
          <p:nvPr/>
        </p:nvSpPr>
        <p:spPr>
          <a:xfrm>
            <a:off x="548640" y="5349240"/>
            <a:ext cx="11094415" cy="868680"/>
          </a:xfrm>
          <a:prstGeom prst="roundRect">
            <a:avLst>
              <a:gd name="adj" fmla="val 8421"/>
            </a:avLst>
          </a:prstGeom>
          <a:solidFill>
            <a:srgbClr val="1F7A7A"/>
          </a:solidFill>
          <a:ln/>
        </p:spPr>
      </p:sp>
      <p:pic>
        <p:nvPicPr>
          <p:cNvPr id="26" name="Image 5" descr="preencoded.png">    </p:cNvPr>
          <p:cNvPicPr>
            <a:picLocks noChangeAspect="1"/>
          </p:cNvPicPr>
          <p:nvPr/>
        </p:nvPicPr>
        <p:blipFill>
          <a:blip r:embed="rId7"/>
          <a:stretch>
            <a:fillRect/>
          </a:stretch>
        </p:blipFill>
        <p:spPr>
          <a:xfrm>
            <a:off x="822960" y="5554980"/>
            <a:ext cx="457200" cy="457200"/>
          </a:xfrm>
          <a:prstGeom prst="rect">
            <a:avLst/>
          </a:prstGeom>
        </p:spPr>
      </p:pic>
      <p:sp>
        <p:nvSpPr>
          <p:cNvPr id="27"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8" name="Image 2" descr="preencoded.png">    </p:cNvPr>
          <p:cNvPicPr>
            <a:picLocks noChangeAspect="1"/>
          </p:cNvPicPr>
          <p:nvPr/>
        </p:nvPicPr>
        <p:blipFill>
          <a:blip r:embed="rId3"/>
          <a:stretch>
            <a:fillRect/>
          </a:stretch>
        </p:blipFill>
        <p:spPr>
          <a:xfrm>
            <a:off x="963778" y="1878178"/>
            <a:ext cx="358445" cy="358445"/>
          </a:xfrm>
          <a:prstGeom prst="rect">
            <a:avLst/>
          </a:prstGeom>
        </p:spPr>
      </p:pic>
      <p:sp>
        <p:nvSpPr>
          <p:cNvPr id="9"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10"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11"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2" name="Shape 6"/>
          <p:cNvSpPr/>
          <p:nvPr/>
        </p:nvSpPr>
        <p:spPr>
          <a:xfrm>
            <a:off x="4338218" y="1463040"/>
            <a:ext cx="3515258" cy="3611880"/>
          </a:xfrm>
          <a:prstGeom prst="roundRect">
            <a:avLst>
              <a:gd name="adj" fmla="val 2081"/>
            </a:avLst>
          </a:prstGeom>
          <a:solidFill>
            <a:srgbClr val="FFFFFF"/>
          </a:solidFill>
          <a:ln/>
        </p:spPr>
      </p:sp>
      <p:sp>
        <p:nvSpPr>
          <p:cNvPr id="13"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4" name="Image 3" descr="preencoded.png">    </p:cNvPr>
          <p:cNvPicPr>
            <a:picLocks noChangeAspect="1"/>
          </p:cNvPicPr>
          <p:nvPr/>
        </p:nvPicPr>
        <p:blipFill>
          <a:blip r:embed="rId4"/>
          <a:stretch>
            <a:fillRect/>
          </a:stretch>
        </p:blipFill>
        <p:spPr>
          <a:xfrm>
            <a:off x="4753356" y="1878178"/>
            <a:ext cx="358445" cy="358445"/>
          </a:xfrm>
          <a:prstGeom prst="rect">
            <a:avLst/>
          </a:prstGeom>
        </p:spPr>
      </p:pic>
      <p:sp>
        <p:nvSpPr>
          <p:cNvPr id="15"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6"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7"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8" name="Shape 11"/>
          <p:cNvSpPr/>
          <p:nvPr/>
        </p:nvSpPr>
        <p:spPr>
          <a:xfrm>
            <a:off x="8127797" y="1463040"/>
            <a:ext cx="3515258" cy="3611880"/>
          </a:xfrm>
          <a:prstGeom prst="roundRect">
            <a:avLst>
              <a:gd name="adj" fmla="val 2081"/>
            </a:avLst>
          </a:prstGeom>
          <a:solidFill>
            <a:srgbClr val="FFFFFF"/>
          </a:solidFill>
          <a:ln/>
        </p:spPr>
      </p:sp>
      <p:sp>
        <p:nvSpPr>
          <p:cNvPr id="19"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5"/>
          <a:stretch>
            <a:fillRect/>
          </a:stretch>
        </p:blipFill>
        <p:spPr>
          <a:xfrm>
            <a:off x="8542934" y="1878178"/>
            <a:ext cx="358445" cy="358445"/>
          </a:xfrm>
          <a:prstGeom prst="rect">
            <a:avLst/>
          </a:prstGeom>
        </p:spPr>
      </p:pic>
      <p:sp>
        <p:nvSpPr>
          <p:cNvPr id="21"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2"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3"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4" name="Shape 16"/>
          <p:cNvSpPr/>
          <p:nvPr/>
        </p:nvSpPr>
        <p:spPr>
          <a:xfrm>
            <a:off x="548640" y="5349240"/>
            <a:ext cx="11094415" cy="868680"/>
          </a:xfrm>
          <a:prstGeom prst="roundRect">
            <a:avLst>
              <a:gd name="adj" fmla="val 8421"/>
            </a:avLst>
          </a:prstGeom>
          <a:solidFill>
            <a:srgbClr val="1F7A7A"/>
          </a:solidFill>
          <a:ln/>
        </p:spPr>
      </p:sp>
      <p:pic>
        <p:nvPicPr>
          <p:cNvPr id="25"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6"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04011" y="1918411"/>
            <a:ext cx="460858" cy="460858"/>
          </a:xfrm>
          <a:prstGeom prst="rect">
            <a:avLst/>
          </a:prstGeom>
        </p:spPr>
      </p:pic>
      <p:sp>
        <p:nvSpPr>
          <p:cNvPr id="9"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10"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11" name="Shape 5"/>
          <p:cNvSpPr/>
          <p:nvPr/>
        </p:nvSpPr>
        <p:spPr>
          <a:xfrm>
            <a:off x="4338218" y="1463040"/>
            <a:ext cx="3515258" cy="3611880"/>
          </a:xfrm>
          <a:prstGeom prst="roundRect">
            <a:avLst>
              <a:gd name="adj" fmla="val 2081"/>
            </a:avLst>
          </a:prstGeom>
          <a:solidFill>
            <a:srgbClr val="FFFFFF"/>
          </a:solidFill>
          <a:ln/>
        </p:spPr>
      </p:sp>
      <p:sp>
        <p:nvSpPr>
          <p:cNvPr id="12"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93590" y="1918411"/>
            <a:ext cx="460858" cy="460858"/>
          </a:xfrm>
          <a:prstGeom prst="rect">
            <a:avLst/>
          </a:prstGeom>
        </p:spPr>
      </p:pic>
      <p:sp>
        <p:nvSpPr>
          <p:cNvPr id="14"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5"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6" name="Shape 9"/>
          <p:cNvSpPr/>
          <p:nvPr/>
        </p:nvSpPr>
        <p:spPr>
          <a:xfrm>
            <a:off x="8127797" y="1463040"/>
            <a:ext cx="3515258" cy="3611880"/>
          </a:xfrm>
          <a:prstGeom prst="roundRect">
            <a:avLst>
              <a:gd name="adj" fmla="val 2081"/>
            </a:avLst>
          </a:prstGeom>
          <a:solidFill>
            <a:srgbClr val="FFFFFF"/>
          </a:solidFill>
          <a:ln/>
        </p:spPr>
      </p:sp>
      <p:sp>
        <p:nvSpPr>
          <p:cNvPr id="17"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8" name="Image 4" descr="preencoded.png">    </p:cNvPr>
          <p:cNvPicPr>
            <a:picLocks noChangeAspect="1"/>
          </p:cNvPicPr>
          <p:nvPr/>
        </p:nvPicPr>
        <p:blipFill>
          <a:blip r:embed="rId5"/>
          <a:stretch>
            <a:fillRect/>
          </a:stretch>
        </p:blipFill>
        <p:spPr>
          <a:xfrm>
            <a:off x="8583168" y="1918411"/>
            <a:ext cx="460858" cy="460858"/>
          </a:xfrm>
          <a:prstGeom prst="rect">
            <a:avLst/>
          </a:prstGeom>
        </p:spPr>
      </p:pic>
      <p:sp>
        <p:nvSpPr>
          <p:cNvPr id="19"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20"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21" name="Shape 13"/>
          <p:cNvSpPr/>
          <p:nvPr/>
        </p:nvSpPr>
        <p:spPr>
          <a:xfrm>
            <a:off x="548640" y="5349240"/>
            <a:ext cx="11094415" cy="868680"/>
          </a:xfrm>
          <a:prstGeom prst="roundRect">
            <a:avLst>
              <a:gd name="adj" fmla="val 8421"/>
            </a:avLst>
          </a:prstGeom>
          <a:solidFill>
            <a:srgbClr val="1F7A7A"/>
          </a:solidFill>
          <a:ln/>
        </p:spPr>
      </p:sp>
      <p:pic>
        <p:nvPicPr>
          <p:cNvPr id="22"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3"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Shape 3"/>
          <p:cNvSpPr/>
          <p:nvPr/>
        </p:nvSpPr>
        <p:spPr>
          <a:xfrm>
            <a:off x="6949440" y="640080"/>
            <a:ext cx="4602175" cy="1737360"/>
          </a:xfrm>
          <a:prstGeom prst="roundRect">
            <a:avLst>
              <a:gd name="adj" fmla="val 4211"/>
            </a:avLst>
          </a:prstGeom>
          <a:solidFill>
            <a:srgbClr val="FFFFFF"/>
          </a:solidFill>
          <a:ln/>
        </p:spPr>
      </p:sp>
      <p:sp>
        <p:nvSpPr>
          <p:cNvPr id="6" name="Shape 4"/>
          <p:cNvSpPr/>
          <p:nvPr/>
        </p:nvSpPr>
        <p:spPr>
          <a:xfrm>
            <a:off x="7178040" y="868680"/>
            <a:ext cx="640080" cy="640080"/>
          </a:xfrm>
          <a:prstGeom prst="ellipse">
            <a:avLst/>
          </a:prstGeom>
          <a:solidFill>
            <a:srgbClr val="1F7A7A"/>
          </a:solidFill>
          <a:ln w="12700">
            <a:solidFill>
              <a:srgbClr val="1F7A7A"/>
            </a:solidFill>
            <a:prstDash val="solid"/>
          </a:ln>
        </p:spPr>
      </p:sp>
      <p:pic>
        <p:nvPicPr>
          <p:cNvPr id="7"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8" name="Text 5"/>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9" name="Text 6"/>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0" name="Shape 7"/>
          <p:cNvSpPr/>
          <p:nvPr/>
        </p:nvSpPr>
        <p:spPr>
          <a:xfrm>
            <a:off x="6949440" y="2560320"/>
            <a:ext cx="4602175" cy="1737360"/>
          </a:xfrm>
          <a:prstGeom prst="roundRect">
            <a:avLst>
              <a:gd name="adj" fmla="val 4211"/>
            </a:avLst>
          </a:prstGeom>
          <a:solidFill>
            <a:srgbClr val="FFFFFF"/>
          </a:solidFill>
          <a:ln/>
        </p:spPr>
      </p:sp>
      <p:sp>
        <p:nvSpPr>
          <p:cNvPr id="11" name="Shape 8"/>
          <p:cNvSpPr/>
          <p:nvPr/>
        </p:nvSpPr>
        <p:spPr>
          <a:xfrm>
            <a:off x="7178040" y="2788920"/>
            <a:ext cx="640080" cy="64008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3" name="Text 9"/>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4" name="Text 10"/>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5" name="Shape 11"/>
          <p:cNvSpPr/>
          <p:nvPr/>
        </p:nvSpPr>
        <p:spPr>
          <a:xfrm>
            <a:off x="6949440" y="4480560"/>
            <a:ext cx="4602175" cy="1737360"/>
          </a:xfrm>
          <a:prstGeom prst="roundRect">
            <a:avLst>
              <a:gd name="adj" fmla="val 4211"/>
            </a:avLst>
          </a:prstGeom>
          <a:solidFill>
            <a:srgbClr val="FFFFFF"/>
          </a:solidFill>
          <a:ln/>
        </p:spPr>
      </p:sp>
      <p:sp>
        <p:nvSpPr>
          <p:cNvPr id="16" name="Shape 12"/>
          <p:cNvSpPr/>
          <p:nvPr/>
        </p:nvSpPr>
        <p:spPr>
          <a:xfrm>
            <a:off x="7178040" y="4709160"/>
            <a:ext cx="640080" cy="640080"/>
          </a:xfrm>
          <a:prstGeom prst="ellipse">
            <a:avLst/>
          </a:prstGeom>
          <a:solidFill>
            <a:srgbClr val="234B84"/>
          </a:solidFill>
          <a:ln w="12700">
            <a:solidFill>
              <a:srgbClr val="234B84"/>
            </a:solidFill>
            <a:prstDash val="solid"/>
          </a:ln>
        </p:spPr>
      </p:sp>
      <p:pic>
        <p:nvPicPr>
          <p:cNvPr id="17"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8" name="Text 13"/>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19" name="Text 14"/>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2026-10-13T16:03:17Z</dcterms:created>
  <dcterms:modified xsi:type="dcterms:W3CDTF">2026-10-13T16:03:17Z</dcterms:modified>
</cp:coreProperties>
</file>