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 independent policy check stands behind its answer, and an order hidden in a text can reach it. Our question: can this design reduce time, cost, and harmful actions on our SaaS test set?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The two automated levels run on the same 1,024 requests; staff time is only an assumed reference.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40 s. At Level 2,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Level 3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returns five fields: topic, priority, action, risk flag, and injection flag. In Rules, Jev answers one yes/no question for each written rule of the action. The process follows Jev's answers: it runs the action only when no answer says a rule is broken. It does not independently recheck policy facts; a missed violation can allow an unsafe action.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the same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is broken.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Thank you, Long. My name is Nguyen Thanh Nam. I will explain our test data.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seeded generator writes the requests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Thank you, Nam. My name is Vu Van Son. I will explain how we ran the experiment. We call two hosted models for real: Jev, version 1.13.0, and DeepSeek V4.1 Flash. Both levels run on the same 1,024 requests, in separate runs. Level 2 makes two LLM calls for each request. Level 3 makes 1.5 Jev calls and one LLM call. Jev costs 4.2 cents per million input tokens, and its output is free. The LLM costs 15 cents in and 60 cents out per million tokens. At list price, 1,000 requests cost $0.64 at Level 2 and $0.30 at Level 3.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The median Jev time per request, including rule calls, is 0.47 seconds,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the rule evaluation was not blind.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Thank you, Son. My name is Vuong Quang Quy. I will compare the two levels on the same 1,024 requests. Level 2 serves 795, stops 198, and makes 31 errors, 10 of them harmful. Level 3 serves 825, stops 199, and makes 0 errors and 0 harmful runs. Level 3 has 2.1 times lower mean machine time, 5.89 seconds against 12.45, and 2.2 times lower API cost, $0.30 against $0.64 per 1,000 requests. Of the 31 Level 2 errors, 27 are injection requests. The harmful errors run 5 refunds and 5 plan cancellations. These are outcomes on this synthetic set,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Level 3 makes 0 errors and 0 harmful runs on this set. Two refund inputs were changed after earlier failures, so this is not a blind evaluation. Now Nguyen Phuong Nam will explain our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Thank you, Quy. My name is Nguyen Phuong Nam. I will explain our idea: limit what each model can trigger. Jev has no action tool. It answers typed questions about the chat and the rules. Fixed code runs the action only when no answer reports a broken rule.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To finish, we measured two automated levels of customer support in separate runs on the same 1,024 requests. Level 2 serves 795, stops 198, and makes 31 errors. Level 3 serves 825, stops 199, and makes 0 errors. Level 3 has 2.1 times lower mean machine time and 2.2 times lower API cost. Jev needs a question that we write for each rule. Two refund inputs were changed after earlier failures, so this rule evaluation was not blind. We did not test trained classifiers or other decision models. Next, we need real tickets, a held-out request set, and stronger baselines. The Red Hat link on this slide is outside context, not our data.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0-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30-2.png"/><Relationship Id="rId3" Type="http://schemas.openxmlformats.org/officeDocument/2006/relationships/image" Target="../media/image-1-2.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30-2.png"/><Relationship Id="rId3" Type="http://schemas.openxmlformats.org/officeDocument/2006/relationships/image" Target="../media/image-10-4.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9-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png"/><Relationship Id="rId3" Type="http://schemas.openxmlformats.org/officeDocument/2006/relationships/image" Target="../media/image-10-4.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2-4.pn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0-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3-1.png"/><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independent policy check</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this design reduce time, cost, and harmful actions on our SaaS test set?</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two automated designs compared</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Two tested designs: </a:t>
            </a:r>
            <a:pPr algn="l" indent="0" marL="0">
              <a:buNone/>
            </a:pPr>
            <a:r>
              <a:rPr lang="en-US" sz="1800" dirty="0">
                <a:solidFill>
                  <a:srgbClr val="FFFFFF"/>
                </a:solidFill>
                <a:latin typeface="Calibri" pitchFamily="34" charset="0"/>
                <a:ea typeface="Calibri" pitchFamily="34" charset="-122"/>
                <a:cs typeface="Calibri" pitchFamily="34" charset="-120"/>
              </a:rPr>
              <a:t>both automated levels run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2: the LLM agent decides and applies the rules</a:t>
            </a:r>
            <a:endParaRPr lang="en-US" sz="34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returns five fields, then one answer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0.90</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was approved for Pro plan, annual.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$66 started.</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annual plan (purchase FF-10038) has been approved and started, for $66.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0.96</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$297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this chat cannot start a refund above $100, and your Max annual charge of $297 is above that limit. Your account page shows your plan, credits left, and next renewal date, and a renewal that has not been charged yet can be cancelled with no charge.”</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process that refund: an annual plan can be refunded only within 30 days of the charge and only while none of its credits are used, and your Max annual charge was 54 days ago with 225 credits already used. Also, this chat does not start a refund above $100, and your charge was $119. If you'd like, I can point you to the Billing settings for your invoice details.”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"Payments and invoices" and "Refunds and cancelling",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at Level 2 and at Level 3</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on our SaaS test set: speed, cost, and accuracy</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On our SaaS test set: lower time, cost, and error count</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on this request set</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10 at Level 2.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Level 2: 795 served, 198 stopped, 31 errors. Level 3: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has 2.1x lower mean machine time and 2.2x lower API cost, with fewer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on this request set</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6 and 7</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Level 2 and Level 3</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22 and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25 and 26</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27</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2026-10-12T10:13:36Z</dcterms:created>
  <dcterms:modified xsi:type="dcterms:W3CDTF">2026-10-12T10:13:36Z</dcterms:modified>
</cp:coreProperties>
</file>